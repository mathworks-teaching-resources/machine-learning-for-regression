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handoutMasterIdLst>
    <p:handoutMasterId r:id="rId18"/>
  </p:handoutMasterIdLst>
  <p:sldIdLst>
    <p:sldId id="256" r:id="rId5"/>
    <p:sldId id="285" r:id="rId6"/>
    <p:sldId id="286" r:id="rId7"/>
    <p:sldId id="287" r:id="rId8"/>
    <p:sldId id="278" r:id="rId9"/>
    <p:sldId id="281" r:id="rId10"/>
    <p:sldId id="283" r:id="rId11"/>
    <p:sldId id="282" r:id="rId12"/>
    <p:sldId id="280" r:id="rId13"/>
    <p:sldId id="261" r:id="rId14"/>
    <p:sldId id="277" r:id="rId15"/>
    <p:sldId id="27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1"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C71A"/>
    <a:srgbClr val="FF0000"/>
    <a:srgbClr val="FF6400"/>
    <a:srgbClr val="228B22"/>
    <a:srgbClr val="A020F6"/>
    <a:srgbClr val="0000FF"/>
    <a:srgbClr val="636569"/>
    <a:srgbClr val="715091"/>
    <a:srgbClr val="176DAD"/>
    <a:srgbClr val="0D78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8FEC95-CB3E-4669-ABCF-DD680905D106}" v="168" dt="2026-06-26T16:38:14.9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6" autoAdjust="0"/>
    <p:restoredTop sz="94660"/>
  </p:normalViewPr>
  <p:slideViewPr>
    <p:cSldViewPr>
      <p:cViewPr varScale="1">
        <p:scale>
          <a:sx n="119" d="100"/>
          <a:sy n="119" d="100"/>
        </p:scale>
        <p:origin x="222" y="66"/>
      </p:cViewPr>
      <p:guideLst>
        <p:guide orient="horz" pos="2160"/>
        <p:guide pos="3841"/>
      </p:guideLst>
    </p:cSldViewPr>
  </p:slideViewPr>
  <p:notesTextViewPr>
    <p:cViewPr>
      <p:scale>
        <a:sx n="3" d="2"/>
        <a:sy n="3" d="2"/>
      </p:scale>
      <p:origin x="0" y="0"/>
    </p:cViewPr>
  </p:notesTextViewPr>
  <p:sorterViewPr>
    <p:cViewPr>
      <p:scale>
        <a:sx n="66" d="100"/>
        <a:sy n="66" d="100"/>
      </p:scale>
      <p:origin x="0" y="0"/>
    </p:cViewPr>
  </p:sorterViewPr>
  <p:notesViewPr>
    <p:cSldViewPr>
      <p:cViewPr varScale="1">
        <p:scale>
          <a:sx n="102" d="100"/>
          <a:sy n="102" d="100"/>
        </p:scale>
        <p:origin x="352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ynter Duncanson" userId="a5aacf1b-a294-49ac-bc88-63111f113fa5" providerId="ADAL" clId="{65B5C4E3-5223-44F9-B34E-29937BBE38A1}"/>
    <pc:docChg chg="undo custSel addSld delSld modSld">
      <pc:chgData name="Wynter Duncanson" userId="a5aacf1b-a294-49ac-bc88-63111f113fa5" providerId="ADAL" clId="{65B5C4E3-5223-44F9-B34E-29937BBE38A1}" dt="2026-06-26T16:38:31.435" v="344" actId="1076"/>
      <pc:docMkLst>
        <pc:docMk/>
      </pc:docMkLst>
      <pc:sldChg chg="addSp delSp modSp mod">
        <pc:chgData name="Wynter Duncanson" userId="a5aacf1b-a294-49ac-bc88-63111f113fa5" providerId="ADAL" clId="{65B5C4E3-5223-44F9-B34E-29937BBE38A1}" dt="2026-06-05T18:45:17.651" v="173" actId="1076"/>
        <pc:sldMkLst>
          <pc:docMk/>
          <pc:sldMk cId="2784395857" sldId="275"/>
        </pc:sldMkLst>
        <pc:spChg chg="add mod">
          <ac:chgData name="Wynter Duncanson" userId="a5aacf1b-a294-49ac-bc88-63111f113fa5" providerId="ADAL" clId="{65B5C4E3-5223-44F9-B34E-29937BBE38A1}" dt="2026-05-29T11:43:04.907" v="98"/>
          <ac:spMkLst>
            <pc:docMk/>
            <pc:sldMk cId="2784395857" sldId="275"/>
            <ac:spMk id="4" creationId="{F2A88D3A-06AE-1826-38AA-5D4F1B1D2DE4}"/>
          </ac:spMkLst>
        </pc:spChg>
        <pc:spChg chg="add mod">
          <ac:chgData name="Wynter Duncanson" userId="a5aacf1b-a294-49ac-bc88-63111f113fa5" providerId="ADAL" clId="{65B5C4E3-5223-44F9-B34E-29937BBE38A1}" dt="2026-05-29T11:43:04.907" v="98"/>
          <ac:spMkLst>
            <pc:docMk/>
            <pc:sldMk cId="2784395857" sldId="275"/>
            <ac:spMk id="5" creationId="{5AB356DA-506B-902A-C493-0AEA30EFDC79}"/>
          </ac:spMkLst>
        </pc:spChg>
        <pc:spChg chg="add mod">
          <ac:chgData name="Wynter Duncanson" userId="a5aacf1b-a294-49ac-bc88-63111f113fa5" providerId="ADAL" clId="{65B5C4E3-5223-44F9-B34E-29937BBE38A1}" dt="2026-06-05T18:40:45.575" v="165"/>
          <ac:spMkLst>
            <pc:docMk/>
            <pc:sldMk cId="2784395857" sldId="275"/>
            <ac:spMk id="7" creationId="{654952E8-FBAF-8FDB-B7DE-AD404895A92E}"/>
          </ac:spMkLst>
        </pc:spChg>
        <pc:spChg chg="add mod">
          <ac:chgData name="Wynter Duncanson" userId="a5aacf1b-a294-49ac-bc88-63111f113fa5" providerId="ADAL" clId="{65B5C4E3-5223-44F9-B34E-29937BBE38A1}" dt="2026-06-05T18:40:45.575" v="165"/>
          <ac:spMkLst>
            <pc:docMk/>
            <pc:sldMk cId="2784395857" sldId="275"/>
            <ac:spMk id="8" creationId="{BBB72BFD-8FDD-ED4A-3BC6-B9FDFB693CAB}"/>
          </ac:spMkLst>
        </pc:spChg>
        <pc:spChg chg="add mod">
          <ac:chgData name="Wynter Duncanson" userId="a5aacf1b-a294-49ac-bc88-63111f113fa5" providerId="ADAL" clId="{65B5C4E3-5223-44F9-B34E-29937BBE38A1}" dt="2026-06-05T18:41:33.879" v="168"/>
          <ac:spMkLst>
            <pc:docMk/>
            <pc:sldMk cId="2784395857" sldId="275"/>
            <ac:spMk id="10" creationId="{BC755B62-BF92-D3A0-057E-970235581CAC}"/>
          </ac:spMkLst>
        </pc:spChg>
        <pc:spChg chg="add mod">
          <ac:chgData name="Wynter Duncanson" userId="a5aacf1b-a294-49ac-bc88-63111f113fa5" providerId="ADAL" clId="{65B5C4E3-5223-44F9-B34E-29937BBE38A1}" dt="2026-06-05T18:41:33.879" v="168"/>
          <ac:spMkLst>
            <pc:docMk/>
            <pc:sldMk cId="2784395857" sldId="275"/>
            <ac:spMk id="11" creationId="{38953042-8373-8031-6FF8-F59B6A84E35A}"/>
          </ac:spMkLst>
        </pc:spChg>
        <pc:spChg chg="add mod">
          <ac:chgData name="Wynter Duncanson" userId="a5aacf1b-a294-49ac-bc88-63111f113fa5" providerId="ADAL" clId="{65B5C4E3-5223-44F9-B34E-29937BBE38A1}" dt="2026-06-05T18:43:21.076" v="170"/>
          <ac:spMkLst>
            <pc:docMk/>
            <pc:sldMk cId="2784395857" sldId="275"/>
            <ac:spMk id="13" creationId="{AC961D1E-1C7A-724B-C434-707BBDA97C84}"/>
          </ac:spMkLst>
        </pc:spChg>
        <pc:spChg chg="add mod">
          <ac:chgData name="Wynter Duncanson" userId="a5aacf1b-a294-49ac-bc88-63111f113fa5" providerId="ADAL" clId="{65B5C4E3-5223-44F9-B34E-29937BBE38A1}" dt="2026-06-05T18:43:21.076" v="170"/>
          <ac:spMkLst>
            <pc:docMk/>
            <pc:sldMk cId="2784395857" sldId="275"/>
            <ac:spMk id="14" creationId="{188BDF49-8054-8EAB-4561-4DCDB075C87B}"/>
          </ac:spMkLst>
        </pc:spChg>
        <pc:spChg chg="add mod">
          <ac:chgData name="Wynter Duncanson" userId="a5aacf1b-a294-49ac-bc88-63111f113fa5" providerId="ADAL" clId="{65B5C4E3-5223-44F9-B34E-29937BBE38A1}" dt="2026-06-05T18:45:15.774" v="172"/>
          <ac:spMkLst>
            <pc:docMk/>
            <pc:sldMk cId="2784395857" sldId="275"/>
            <ac:spMk id="16" creationId="{B4D5BF62-813B-1424-9AA5-33B499FDB167}"/>
          </ac:spMkLst>
        </pc:spChg>
        <pc:spChg chg="add mod">
          <ac:chgData name="Wynter Duncanson" userId="a5aacf1b-a294-49ac-bc88-63111f113fa5" providerId="ADAL" clId="{65B5C4E3-5223-44F9-B34E-29937BBE38A1}" dt="2026-06-05T18:45:15.774" v="172"/>
          <ac:spMkLst>
            <pc:docMk/>
            <pc:sldMk cId="2784395857" sldId="275"/>
            <ac:spMk id="17" creationId="{618FBC68-B27B-91A9-CCD5-42180FCA8DC2}"/>
          </ac:spMkLst>
        </pc:spChg>
        <pc:grpChg chg="add mod">
          <ac:chgData name="Wynter Duncanson" userId="a5aacf1b-a294-49ac-bc88-63111f113fa5" providerId="ADAL" clId="{65B5C4E3-5223-44F9-B34E-29937BBE38A1}" dt="2026-05-29T11:43:04.907" v="98"/>
          <ac:grpSpMkLst>
            <pc:docMk/>
            <pc:sldMk cId="2784395857" sldId="275"/>
            <ac:grpSpMk id="3" creationId="{8765B84D-DF34-4D36-0820-8CAAF2CC9941}"/>
          </ac:grpSpMkLst>
        </pc:grpChg>
        <pc:grpChg chg="add mod">
          <ac:chgData name="Wynter Duncanson" userId="a5aacf1b-a294-49ac-bc88-63111f113fa5" providerId="ADAL" clId="{65B5C4E3-5223-44F9-B34E-29937BBE38A1}" dt="2026-06-05T18:40:47.128" v="166" actId="1076"/>
          <ac:grpSpMkLst>
            <pc:docMk/>
            <pc:sldMk cId="2784395857" sldId="275"/>
            <ac:grpSpMk id="6" creationId="{AE81523C-E524-C824-C9DB-250A53FFE157}"/>
          </ac:grpSpMkLst>
        </pc:grpChg>
        <pc:grpChg chg="add mod">
          <ac:chgData name="Wynter Duncanson" userId="a5aacf1b-a294-49ac-bc88-63111f113fa5" providerId="ADAL" clId="{65B5C4E3-5223-44F9-B34E-29937BBE38A1}" dt="2026-06-05T18:41:35.610" v="169" actId="1076"/>
          <ac:grpSpMkLst>
            <pc:docMk/>
            <pc:sldMk cId="2784395857" sldId="275"/>
            <ac:grpSpMk id="9" creationId="{222A4587-1A41-31E2-A4D4-E88AC1083653}"/>
          </ac:grpSpMkLst>
        </pc:grpChg>
        <pc:grpChg chg="add mod">
          <ac:chgData name="Wynter Duncanson" userId="a5aacf1b-a294-49ac-bc88-63111f113fa5" providerId="ADAL" clId="{65B5C4E3-5223-44F9-B34E-29937BBE38A1}" dt="2026-06-05T18:43:22.488" v="171" actId="1076"/>
          <ac:grpSpMkLst>
            <pc:docMk/>
            <pc:sldMk cId="2784395857" sldId="275"/>
            <ac:grpSpMk id="12" creationId="{84501F9F-369D-C5E2-9868-201F442DD1FC}"/>
          </ac:grpSpMkLst>
        </pc:grpChg>
        <pc:grpChg chg="add mod">
          <ac:chgData name="Wynter Duncanson" userId="a5aacf1b-a294-49ac-bc88-63111f113fa5" providerId="ADAL" clId="{65B5C4E3-5223-44F9-B34E-29937BBE38A1}" dt="2026-06-05T18:45:17.651" v="173" actId="1076"/>
          <ac:grpSpMkLst>
            <pc:docMk/>
            <pc:sldMk cId="2784395857" sldId="275"/>
            <ac:grpSpMk id="15" creationId="{A6CE3205-DC80-AC4E-1058-CF69F7EF25BF}"/>
          </ac:grpSpMkLst>
        </pc:grpChg>
        <pc:graphicFrameChg chg="add mod modGraphic">
          <ac:chgData name="Wynter Duncanson" userId="a5aacf1b-a294-49ac-bc88-63111f113fa5" providerId="ADAL" clId="{65B5C4E3-5223-44F9-B34E-29937BBE38A1}" dt="2026-06-05T18:41:31.921" v="167"/>
          <ac:graphicFrameMkLst>
            <pc:docMk/>
            <pc:sldMk cId="2784395857" sldId="275"/>
            <ac:graphicFrameMk id="2" creationId="{A04FBEE9-7F50-47F9-13E5-B5C44F248ED3}"/>
          </ac:graphicFrameMkLst>
        </pc:graphicFrameChg>
      </pc:sldChg>
      <pc:sldChg chg="del">
        <pc:chgData name="Wynter Duncanson" userId="a5aacf1b-a294-49ac-bc88-63111f113fa5" providerId="ADAL" clId="{65B5C4E3-5223-44F9-B34E-29937BBE38A1}" dt="2026-06-25T18:11:45.571" v="304" actId="47"/>
        <pc:sldMkLst>
          <pc:docMk/>
          <pc:sldMk cId="2536988329" sldId="279"/>
        </pc:sldMkLst>
      </pc:sldChg>
      <pc:sldChg chg="addSp delSp modSp new mod modClrScheme chgLayout">
        <pc:chgData name="Wynter Duncanson" userId="a5aacf1b-a294-49ac-bc88-63111f113fa5" providerId="ADAL" clId="{65B5C4E3-5223-44F9-B34E-29937BBE38A1}" dt="2026-06-03T18:00:24.116" v="137"/>
        <pc:sldMkLst>
          <pc:docMk/>
          <pc:sldMk cId="1303427844" sldId="281"/>
        </pc:sldMkLst>
        <pc:spChg chg="add del mod ord">
          <ac:chgData name="Wynter Duncanson" userId="a5aacf1b-a294-49ac-bc88-63111f113fa5" providerId="ADAL" clId="{65B5C4E3-5223-44F9-B34E-29937BBE38A1}" dt="2026-06-03T13:47:15.414" v="133" actId="692"/>
          <ac:spMkLst>
            <pc:docMk/>
            <pc:sldMk cId="1303427844" sldId="281"/>
            <ac:spMk id="4" creationId="{55E0C633-4A66-3749-D656-E35A9C636531}"/>
          </ac:spMkLst>
        </pc:spChg>
        <pc:spChg chg="add mod ord">
          <ac:chgData name="Wynter Duncanson" userId="a5aacf1b-a294-49ac-bc88-63111f113fa5" providerId="ADAL" clId="{65B5C4E3-5223-44F9-B34E-29937BBE38A1}" dt="2026-06-03T13:40:32.369" v="105" actId="700"/>
          <ac:spMkLst>
            <pc:docMk/>
            <pc:sldMk cId="1303427844" sldId="281"/>
            <ac:spMk id="5" creationId="{A4EE52FA-E50D-FDAE-9A15-9EC85C23ECE2}"/>
          </ac:spMkLst>
        </pc:spChg>
        <pc:spChg chg="add mod">
          <ac:chgData name="Wynter Duncanson" userId="a5aacf1b-a294-49ac-bc88-63111f113fa5" providerId="ADAL" clId="{65B5C4E3-5223-44F9-B34E-29937BBE38A1}" dt="2026-06-03T18:00:21.132" v="136"/>
          <ac:spMkLst>
            <pc:docMk/>
            <pc:sldMk cId="1303427844" sldId="281"/>
            <ac:spMk id="7" creationId="{5797C064-24EE-25EF-3797-91B6BB374DA6}"/>
          </ac:spMkLst>
        </pc:spChg>
      </pc:sldChg>
      <pc:sldChg chg="modSp add mod">
        <pc:chgData name="Wynter Duncanson" userId="a5aacf1b-a294-49ac-bc88-63111f113fa5" providerId="ADAL" clId="{65B5C4E3-5223-44F9-B34E-29937BBE38A1}" dt="2026-06-03T18:03:20.325" v="164" actId="6549"/>
        <pc:sldMkLst>
          <pc:docMk/>
          <pc:sldMk cId="3773241565" sldId="282"/>
        </pc:sldMkLst>
        <pc:spChg chg="mod">
          <ac:chgData name="Wynter Duncanson" userId="a5aacf1b-a294-49ac-bc88-63111f113fa5" providerId="ADAL" clId="{65B5C4E3-5223-44F9-B34E-29937BBE38A1}" dt="2026-06-03T18:03:16.429" v="163" actId="20577"/>
          <ac:spMkLst>
            <pc:docMk/>
            <pc:sldMk cId="3773241565" sldId="282"/>
            <ac:spMk id="4" creationId="{739AE503-15A5-AA73-207B-EF591E07B864}"/>
          </ac:spMkLst>
        </pc:spChg>
        <pc:spChg chg="mod">
          <ac:chgData name="Wynter Duncanson" userId="a5aacf1b-a294-49ac-bc88-63111f113fa5" providerId="ADAL" clId="{65B5C4E3-5223-44F9-B34E-29937BBE38A1}" dt="2026-06-03T18:03:20.325" v="164" actId="6549"/>
          <ac:spMkLst>
            <pc:docMk/>
            <pc:sldMk cId="3773241565" sldId="282"/>
            <ac:spMk id="7" creationId="{6C2AD060-552E-E3A9-DDA0-B46D2D5A68AB}"/>
          </ac:spMkLst>
        </pc:spChg>
      </pc:sldChg>
      <pc:sldChg chg="addSp delSp modSp new mod">
        <pc:chgData name="Wynter Duncanson" userId="a5aacf1b-a294-49ac-bc88-63111f113fa5" providerId="ADAL" clId="{65B5C4E3-5223-44F9-B34E-29937BBE38A1}" dt="2026-06-16T16:02:37.309" v="211" actId="22"/>
        <pc:sldMkLst>
          <pc:docMk/>
          <pc:sldMk cId="1369912121" sldId="283"/>
        </pc:sldMkLst>
        <pc:spChg chg="add del mod">
          <ac:chgData name="Wynter Duncanson" userId="a5aacf1b-a294-49ac-bc88-63111f113fa5" providerId="ADAL" clId="{65B5C4E3-5223-44F9-B34E-29937BBE38A1}" dt="2026-06-16T14:02:08.376" v="205" actId="21"/>
          <ac:spMkLst>
            <pc:docMk/>
            <pc:sldMk cId="1369912121" sldId="283"/>
            <ac:spMk id="5" creationId="{19DF3308-2105-7A23-3356-6FF1AB4438F6}"/>
          </ac:spMkLst>
        </pc:spChg>
        <pc:spChg chg="add mod">
          <ac:chgData name="Wynter Duncanson" userId="a5aacf1b-a294-49ac-bc88-63111f113fa5" providerId="ADAL" clId="{65B5C4E3-5223-44F9-B34E-29937BBE38A1}" dt="2026-06-16T14:01:35.418" v="194" actId="1076"/>
          <ac:spMkLst>
            <pc:docMk/>
            <pc:sldMk cId="1369912121" sldId="283"/>
            <ac:spMk id="6" creationId="{2C565E5A-ACA6-CC78-A918-0E99A9B676CC}"/>
          </ac:spMkLst>
        </pc:spChg>
        <pc:spChg chg="add mod">
          <ac:chgData name="Wynter Duncanson" userId="a5aacf1b-a294-49ac-bc88-63111f113fa5" providerId="ADAL" clId="{65B5C4E3-5223-44F9-B34E-29937BBE38A1}" dt="2026-06-16T14:01:27.732" v="191" actId="1076"/>
          <ac:spMkLst>
            <pc:docMk/>
            <pc:sldMk cId="1369912121" sldId="283"/>
            <ac:spMk id="7" creationId="{9ACCE830-4916-B5AD-71E8-E89AE944A21F}"/>
          </ac:spMkLst>
        </pc:spChg>
        <pc:spChg chg="add mod">
          <ac:chgData name="Wynter Duncanson" userId="a5aacf1b-a294-49ac-bc88-63111f113fa5" providerId="ADAL" clId="{65B5C4E3-5223-44F9-B34E-29937BBE38A1}" dt="2026-06-16T14:01:25.293" v="190" actId="1076"/>
          <ac:spMkLst>
            <pc:docMk/>
            <pc:sldMk cId="1369912121" sldId="283"/>
            <ac:spMk id="8" creationId="{5C844132-C560-CBE4-02CB-4A5CBB79A07C}"/>
          </ac:spMkLst>
        </pc:spChg>
        <pc:spChg chg="add mod">
          <ac:chgData name="Wynter Duncanson" userId="a5aacf1b-a294-49ac-bc88-63111f113fa5" providerId="ADAL" clId="{65B5C4E3-5223-44F9-B34E-29937BBE38A1}" dt="2026-06-16T14:01:20.848" v="189"/>
          <ac:spMkLst>
            <pc:docMk/>
            <pc:sldMk cId="1369912121" sldId="283"/>
            <ac:spMk id="9" creationId="{3896CFF5-F4B7-59EA-27DB-B54602F89BCE}"/>
          </ac:spMkLst>
        </pc:spChg>
        <pc:spChg chg="add mod">
          <ac:chgData name="Wynter Duncanson" userId="a5aacf1b-a294-49ac-bc88-63111f113fa5" providerId="ADAL" clId="{65B5C4E3-5223-44F9-B34E-29937BBE38A1}" dt="2026-06-16T14:02:24.612" v="208" actId="1076"/>
          <ac:spMkLst>
            <pc:docMk/>
            <pc:sldMk cId="1369912121" sldId="283"/>
            <ac:spMk id="12" creationId="{7DCCE0EE-D88C-2EBA-DC69-CCF95D46B1C7}"/>
          </ac:spMkLst>
        </pc:spChg>
        <pc:spChg chg="add mod">
          <ac:chgData name="Wynter Duncanson" userId="a5aacf1b-a294-49ac-bc88-63111f113fa5" providerId="ADAL" clId="{65B5C4E3-5223-44F9-B34E-29937BBE38A1}" dt="2026-06-16T14:02:24.612" v="208" actId="1076"/>
          <ac:spMkLst>
            <pc:docMk/>
            <pc:sldMk cId="1369912121" sldId="283"/>
            <ac:spMk id="13" creationId="{6B727136-E9E4-4FC9-D1FB-007CD702F9FB}"/>
          </ac:spMkLst>
        </pc:spChg>
        <pc:spChg chg="add mod">
          <ac:chgData name="Wynter Duncanson" userId="a5aacf1b-a294-49ac-bc88-63111f113fa5" providerId="ADAL" clId="{65B5C4E3-5223-44F9-B34E-29937BBE38A1}" dt="2026-06-16T14:02:24.612" v="208" actId="1076"/>
          <ac:spMkLst>
            <pc:docMk/>
            <pc:sldMk cId="1369912121" sldId="283"/>
            <ac:spMk id="14" creationId="{EE7B49A4-1AA5-B1C0-835E-D09A1CF34F53}"/>
          </ac:spMkLst>
        </pc:spChg>
        <pc:spChg chg="add mod">
          <ac:chgData name="Wynter Duncanson" userId="a5aacf1b-a294-49ac-bc88-63111f113fa5" providerId="ADAL" clId="{65B5C4E3-5223-44F9-B34E-29937BBE38A1}" dt="2026-06-16T14:02:04.249" v="203" actId="1076"/>
          <ac:spMkLst>
            <pc:docMk/>
            <pc:sldMk cId="1369912121" sldId="283"/>
            <ac:spMk id="15" creationId="{4E95FE86-E731-C647-9DE8-03CE3B8CE212}"/>
          </ac:spMkLst>
        </pc:spChg>
        <pc:spChg chg="add mod">
          <ac:chgData name="Wynter Duncanson" userId="a5aacf1b-a294-49ac-bc88-63111f113fa5" providerId="ADAL" clId="{65B5C4E3-5223-44F9-B34E-29937BBE38A1}" dt="2026-06-16T14:02:04.249" v="203" actId="1076"/>
          <ac:spMkLst>
            <pc:docMk/>
            <pc:sldMk cId="1369912121" sldId="283"/>
            <ac:spMk id="16" creationId="{61A0AFF7-F30B-40D9-35E9-83699C07CC6D}"/>
          </ac:spMkLst>
        </pc:spChg>
        <pc:spChg chg="add mod">
          <ac:chgData name="Wynter Duncanson" userId="a5aacf1b-a294-49ac-bc88-63111f113fa5" providerId="ADAL" clId="{65B5C4E3-5223-44F9-B34E-29937BBE38A1}" dt="2026-06-16T14:02:04.249" v="203" actId="1076"/>
          <ac:spMkLst>
            <pc:docMk/>
            <pc:sldMk cId="1369912121" sldId="283"/>
            <ac:spMk id="17" creationId="{C46A8982-AE7A-F367-34E0-6197EFF7CA76}"/>
          </ac:spMkLst>
        </pc:spChg>
        <pc:spChg chg="add mod">
          <ac:chgData name="Wynter Duncanson" userId="a5aacf1b-a294-49ac-bc88-63111f113fa5" providerId="ADAL" clId="{65B5C4E3-5223-44F9-B34E-29937BBE38A1}" dt="2026-06-16T14:02:16.221" v="207" actId="1076"/>
          <ac:spMkLst>
            <pc:docMk/>
            <pc:sldMk cId="1369912121" sldId="283"/>
            <ac:spMk id="18" creationId="{8E3D77C3-E408-E7EF-265B-E7BCB13E2F56}"/>
          </ac:spMkLst>
        </pc:spChg>
        <pc:picChg chg="add">
          <ac:chgData name="Wynter Duncanson" userId="a5aacf1b-a294-49ac-bc88-63111f113fa5" providerId="ADAL" clId="{65B5C4E3-5223-44F9-B34E-29937BBE38A1}" dt="2026-06-16T16:02:37.309" v="211" actId="22"/>
          <ac:picMkLst>
            <pc:docMk/>
            <pc:sldMk cId="1369912121" sldId="283"/>
            <ac:picMk id="20" creationId="{E8641888-55CA-CD3F-48FE-A59309739287}"/>
          </ac:picMkLst>
        </pc:picChg>
        <pc:picChg chg="add">
          <ac:chgData name="Wynter Duncanson" userId="a5aacf1b-a294-49ac-bc88-63111f113fa5" providerId="ADAL" clId="{65B5C4E3-5223-44F9-B34E-29937BBE38A1}" dt="2026-06-16T15:33:04.166" v="209"/>
          <ac:picMkLst>
            <pc:docMk/>
            <pc:sldMk cId="1369912121" sldId="283"/>
            <ac:picMk id="1025" creationId="{64FFDF00-5E2F-00C2-8738-CAAD1E04F428}"/>
          </ac:picMkLst>
        </pc:picChg>
        <pc:picChg chg="add">
          <ac:chgData name="Wynter Duncanson" userId="a5aacf1b-a294-49ac-bc88-63111f113fa5" providerId="ADAL" clId="{65B5C4E3-5223-44F9-B34E-29937BBE38A1}" dt="2026-06-16T15:50:26.500" v="210"/>
          <ac:picMkLst>
            <pc:docMk/>
            <pc:sldMk cId="1369912121" sldId="283"/>
            <ac:picMk id="1027" creationId="{4EB07406-C7F2-C282-1536-CF85DCFAE4AC}"/>
          </ac:picMkLst>
        </pc:picChg>
      </pc:sldChg>
      <pc:sldChg chg="addSp delSp modSp new del mod">
        <pc:chgData name="Wynter Duncanson" userId="a5aacf1b-a294-49ac-bc88-63111f113fa5" providerId="ADAL" clId="{65B5C4E3-5223-44F9-B34E-29937BBE38A1}" dt="2026-06-25T18:08:03.940" v="254" actId="47"/>
        <pc:sldMkLst>
          <pc:docMk/>
          <pc:sldMk cId="2950212068" sldId="284"/>
        </pc:sldMkLst>
      </pc:sldChg>
      <pc:sldChg chg="addSp delSp modSp new mod">
        <pc:chgData name="Wynter Duncanson" userId="a5aacf1b-a294-49ac-bc88-63111f113fa5" providerId="ADAL" clId="{65B5C4E3-5223-44F9-B34E-29937BBE38A1}" dt="2026-06-26T16:38:31.435" v="344" actId="1076"/>
        <pc:sldMkLst>
          <pc:docMk/>
          <pc:sldMk cId="2914040545" sldId="285"/>
        </pc:sldMkLst>
        <pc:spChg chg="del">
          <ac:chgData name="Wynter Duncanson" userId="a5aacf1b-a294-49ac-bc88-63111f113fa5" providerId="ADAL" clId="{65B5C4E3-5223-44F9-B34E-29937BBE38A1}" dt="2026-06-25T18:04:01.890" v="222"/>
          <ac:spMkLst>
            <pc:docMk/>
            <pc:sldMk cId="2914040545" sldId="285"/>
            <ac:spMk id="3" creationId="{04696829-BDBF-D827-7952-D47B46AFE2A4}"/>
          </ac:spMkLst>
        </pc:spChg>
        <pc:spChg chg="add del mod">
          <ac:chgData name="Wynter Duncanson" userId="a5aacf1b-a294-49ac-bc88-63111f113fa5" providerId="ADAL" clId="{65B5C4E3-5223-44F9-B34E-29937BBE38A1}" dt="2026-06-26T16:36:54.727" v="336" actId="21"/>
          <ac:spMkLst>
            <pc:docMk/>
            <pc:sldMk cId="2914040545" sldId="285"/>
            <ac:spMk id="6" creationId="{1BBF5764-9737-99A7-12A0-05372779A81E}"/>
          </ac:spMkLst>
        </pc:spChg>
        <pc:spChg chg="add del mod">
          <ac:chgData name="Wynter Duncanson" userId="a5aacf1b-a294-49ac-bc88-63111f113fa5" providerId="ADAL" clId="{65B5C4E3-5223-44F9-B34E-29937BBE38A1}" dt="2026-06-26T16:38:31.435" v="344" actId="1076"/>
          <ac:spMkLst>
            <pc:docMk/>
            <pc:sldMk cId="2914040545" sldId="285"/>
            <ac:spMk id="7" creationId="{6CE77ED2-F01A-FF7C-B02F-4771F0641F3C}"/>
          </ac:spMkLst>
        </pc:spChg>
        <pc:spChg chg="add del mod">
          <ac:chgData name="Wynter Duncanson" userId="a5aacf1b-a294-49ac-bc88-63111f113fa5" providerId="ADAL" clId="{65B5C4E3-5223-44F9-B34E-29937BBE38A1}" dt="2026-06-26T16:38:23.314" v="342" actId="1076"/>
          <ac:spMkLst>
            <pc:docMk/>
            <pc:sldMk cId="2914040545" sldId="285"/>
            <ac:spMk id="8" creationId="{B78416F2-A56A-61F8-1C07-9D302CE77F57}"/>
          </ac:spMkLst>
        </pc:spChg>
        <pc:spChg chg="add del mod">
          <ac:chgData name="Wynter Duncanson" userId="a5aacf1b-a294-49ac-bc88-63111f113fa5" providerId="ADAL" clId="{65B5C4E3-5223-44F9-B34E-29937BBE38A1}" dt="2026-06-26T16:38:19.938" v="341" actId="1076"/>
          <ac:spMkLst>
            <pc:docMk/>
            <pc:sldMk cId="2914040545" sldId="285"/>
            <ac:spMk id="9" creationId="{7E5688DD-CE21-D856-AECC-9980A4388CE9}"/>
          </ac:spMkLst>
        </pc:spChg>
        <pc:spChg chg="add del mod">
          <ac:chgData name="Wynter Duncanson" userId="a5aacf1b-a294-49ac-bc88-63111f113fa5" providerId="ADAL" clId="{65B5C4E3-5223-44F9-B34E-29937BBE38A1}" dt="2026-06-26T16:38:13.011" v="338" actId="1076"/>
          <ac:spMkLst>
            <pc:docMk/>
            <pc:sldMk cId="2914040545" sldId="285"/>
            <ac:spMk id="10" creationId="{6605ECB2-8089-CC74-F219-DC7CC006E253}"/>
          </ac:spMkLst>
        </pc:spChg>
        <pc:spChg chg="add del mod">
          <ac:chgData name="Wynter Duncanson" userId="a5aacf1b-a294-49ac-bc88-63111f113fa5" providerId="ADAL" clId="{65B5C4E3-5223-44F9-B34E-29937BBE38A1}" dt="2026-06-26T16:38:16.814" v="340" actId="1076"/>
          <ac:spMkLst>
            <pc:docMk/>
            <pc:sldMk cId="2914040545" sldId="285"/>
            <ac:spMk id="11" creationId="{F7F897F7-E78A-7D1F-F5D5-45A67DBD7822}"/>
          </ac:spMkLst>
        </pc:spChg>
        <pc:spChg chg="add del mod">
          <ac:chgData name="Wynter Duncanson" userId="a5aacf1b-a294-49ac-bc88-63111f113fa5" providerId="ADAL" clId="{65B5C4E3-5223-44F9-B34E-29937BBE38A1}" dt="2026-06-26T16:38:26.534" v="343" actId="1076"/>
          <ac:spMkLst>
            <pc:docMk/>
            <pc:sldMk cId="2914040545" sldId="285"/>
            <ac:spMk id="13" creationId="{76BA5D11-429B-BC4A-15D9-C258A2846F58}"/>
          </ac:spMkLst>
        </pc:spChg>
        <pc:graphicFrameChg chg="add mod">
          <ac:chgData name="Wynter Duncanson" userId="a5aacf1b-a294-49ac-bc88-63111f113fa5" providerId="ADAL" clId="{65B5C4E3-5223-44F9-B34E-29937BBE38A1}" dt="2026-06-26T16:38:14.960" v="339"/>
          <ac:graphicFrameMkLst>
            <pc:docMk/>
            <pc:sldMk cId="2914040545" sldId="285"/>
            <ac:graphicFrameMk id="4" creationId="{A6A26B6A-016F-09B9-7017-80E764FED536}"/>
          </ac:graphicFrameMkLst>
        </pc:graphicFrameChg>
        <pc:graphicFrameChg chg="add mod">
          <ac:chgData name="Wynter Duncanson" userId="a5aacf1b-a294-49ac-bc88-63111f113fa5" providerId="ADAL" clId="{65B5C4E3-5223-44F9-B34E-29937BBE38A1}" dt="2026-06-25T18:04:25.023" v="225"/>
          <ac:graphicFrameMkLst>
            <pc:docMk/>
            <pc:sldMk cId="2914040545" sldId="285"/>
            <ac:graphicFrameMk id="5" creationId="{A6A26B6A-016F-09B9-7017-80E764FED536}"/>
          </ac:graphicFrameMkLst>
        </pc:graphicFrameChg>
        <pc:graphicFrameChg chg="add mod">
          <ac:chgData name="Wynter Duncanson" userId="a5aacf1b-a294-49ac-bc88-63111f113fa5" providerId="ADAL" clId="{65B5C4E3-5223-44F9-B34E-29937BBE38A1}" dt="2026-06-25T18:07:14.368" v="251"/>
          <ac:graphicFrameMkLst>
            <pc:docMk/>
            <pc:sldMk cId="2914040545" sldId="285"/>
            <ac:graphicFrameMk id="12" creationId="{19F2E996-69E2-B355-F8B4-6D28926B17C8}"/>
          </ac:graphicFrameMkLst>
        </pc:graphicFrameChg>
      </pc:sldChg>
      <pc:sldChg chg="addSp delSp modSp new mod chgLayout">
        <pc:chgData name="Wynter Duncanson" userId="a5aacf1b-a294-49ac-bc88-63111f113fa5" providerId="ADAL" clId="{65B5C4E3-5223-44F9-B34E-29937BBE38A1}" dt="2026-06-25T18:11:29.300" v="303" actId="20577"/>
        <pc:sldMkLst>
          <pc:docMk/>
          <pc:sldMk cId="2128679446" sldId="286"/>
        </pc:sldMkLst>
        <pc:spChg chg="mod ord">
          <ac:chgData name="Wynter Duncanson" userId="a5aacf1b-a294-49ac-bc88-63111f113fa5" providerId="ADAL" clId="{65B5C4E3-5223-44F9-B34E-29937BBE38A1}" dt="2026-06-25T18:10:18.371" v="279" actId="700"/>
          <ac:spMkLst>
            <pc:docMk/>
            <pc:sldMk cId="2128679446" sldId="286"/>
            <ac:spMk id="2" creationId="{F70592E2-D035-F4B5-7A7C-D0A085E2AA84}"/>
          </ac:spMkLst>
        </pc:spChg>
        <pc:spChg chg="del">
          <ac:chgData name="Wynter Duncanson" userId="a5aacf1b-a294-49ac-bc88-63111f113fa5" providerId="ADAL" clId="{65B5C4E3-5223-44F9-B34E-29937BBE38A1}" dt="2026-06-25T18:09:50.999" v="256"/>
          <ac:spMkLst>
            <pc:docMk/>
            <pc:sldMk cId="2128679446" sldId="286"/>
            <ac:spMk id="3" creationId="{731AA746-A9C4-7EC5-6375-C344BEFDF742}"/>
          </ac:spMkLst>
        </pc:spChg>
        <pc:spChg chg="add mod">
          <ac:chgData name="Wynter Duncanson" userId="a5aacf1b-a294-49ac-bc88-63111f113fa5" providerId="ADAL" clId="{65B5C4E3-5223-44F9-B34E-29937BBE38A1}" dt="2026-06-25T18:11:29.300" v="303" actId="20577"/>
          <ac:spMkLst>
            <pc:docMk/>
            <pc:sldMk cId="2128679446" sldId="286"/>
            <ac:spMk id="6" creationId="{236087B9-2A25-9796-DE8C-EC728BE70977}"/>
          </ac:spMkLst>
        </pc:spChg>
        <pc:graphicFrameChg chg="add del mod ord modGraphic">
          <ac:chgData name="Wynter Duncanson" userId="a5aacf1b-a294-49ac-bc88-63111f113fa5" providerId="ADAL" clId="{65B5C4E3-5223-44F9-B34E-29937BBE38A1}" dt="2026-06-25T18:10:20.663" v="280" actId="478"/>
          <ac:graphicFrameMkLst>
            <pc:docMk/>
            <pc:sldMk cId="2128679446" sldId="286"/>
            <ac:graphicFrameMk id="4" creationId="{CD203C96-2712-B787-3CEA-02CE0056DEC7}"/>
          </ac:graphicFrameMkLst>
        </pc:graphicFrameChg>
      </pc:sldChg>
      <pc:sldChg chg="modSp new mod">
        <pc:chgData name="Wynter Duncanson" userId="a5aacf1b-a294-49ac-bc88-63111f113fa5" providerId="ADAL" clId="{65B5C4E3-5223-44F9-B34E-29937BBE38A1}" dt="2026-06-25T18:13:20.675" v="334" actId="20577"/>
        <pc:sldMkLst>
          <pc:docMk/>
          <pc:sldMk cId="171682840" sldId="287"/>
        </pc:sldMkLst>
        <pc:spChg chg="mod">
          <ac:chgData name="Wynter Duncanson" userId="a5aacf1b-a294-49ac-bc88-63111f113fa5" providerId="ADAL" clId="{65B5C4E3-5223-44F9-B34E-29937BBE38A1}" dt="2026-06-25T18:12:46.753" v="323" actId="20577"/>
          <ac:spMkLst>
            <pc:docMk/>
            <pc:sldMk cId="171682840" sldId="287"/>
            <ac:spMk id="2" creationId="{9D63EF22-0F24-D0FA-26F8-D8D46EF165F0}"/>
          </ac:spMkLst>
        </pc:spChg>
        <pc:spChg chg="mod">
          <ac:chgData name="Wynter Duncanson" userId="a5aacf1b-a294-49ac-bc88-63111f113fa5" providerId="ADAL" clId="{65B5C4E3-5223-44F9-B34E-29937BBE38A1}" dt="2026-06-25T18:13:20.675" v="334" actId="20577"/>
          <ac:spMkLst>
            <pc:docMk/>
            <pc:sldMk cId="171682840" sldId="287"/>
            <ac:spMk id="3" creationId="{7D64888F-A1C6-B23E-686A-C78E81686DD3}"/>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mathworks-my.sharepoint.com/personal/wduncans_mathworks_com/Documents/Documents/CourseRegression.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Complete Topic Coverage Across Course Websites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3506007651166247"/>
          <c:y val="9.8633879781420769E-2"/>
          <c:w val="0.75196237557569456"/>
          <c:h val="0.78530054644808744"/>
        </c:manualLayout>
      </c:layout>
      <c:barChart>
        <c:barDir val="bar"/>
        <c:grouping val="clustered"/>
        <c:varyColors val="0"/>
        <c:ser>
          <c:idx val="0"/>
          <c:order val="0"/>
          <c:tx>
            <c:strRef>
              <c:f>'Complete Topic Chart'!$B$12</c:f>
              <c:strCache>
                <c:ptCount val="1"/>
                <c:pt idx="0">
                  <c:v>Courses</c:v>
                </c:pt>
              </c:strCache>
            </c:strRef>
          </c:tx>
          <c:spPr>
            <a:solidFill>
              <a:schemeClr val="accent1"/>
            </a:solidFill>
            <a:ln>
              <a:noFill/>
            </a:ln>
            <a:effectLst/>
          </c:spPr>
          <c:invertIfNegative val="0"/>
          <c:cat>
            <c:strRef>
              <c:f>'Complete Topic Chart'!$A$13:$A$27</c:f>
              <c:strCache>
                <c:ptCount val="15"/>
                <c:pt idx="0">
                  <c:v>Probability / Statistics Foundations</c:v>
                </c:pt>
                <c:pt idx="1">
                  <c:v>Core Regression / Linear Models</c:v>
                </c:pt>
                <c:pt idx="2">
                  <c:v>Feature Engineering / Feature Selection</c:v>
                </c:pt>
                <c:pt idx="3">
                  <c:v>Classification / Logistic Regression</c:v>
                </c:pt>
                <c:pt idx="4">
                  <c:v>Clustering / Unsupervised Learning</c:v>
                </c:pt>
                <c:pt idx="5">
                  <c:v>Dimensionality Reduction / PCA</c:v>
                </c:pt>
                <c:pt idx="6">
                  <c:v>Nearest Neighbors / Kernel Methods</c:v>
                </c:pt>
                <c:pt idx="7">
                  <c:v>Decision Trees / Tree Models</c:v>
                </c:pt>
                <c:pt idx="8">
                  <c:v>Ensemble Methods</c:v>
                </c:pt>
                <c:pt idx="9">
                  <c:v>Regularization / Generalization</c:v>
                </c:pt>
                <c:pt idx="10">
                  <c:v>Neural Networks / Deep Learning</c:v>
                </c:pt>
                <c:pt idx="11">
                  <c:v>Optimization / Gradient Descent / MLE</c:v>
                </c:pt>
                <c:pt idx="12">
                  <c:v>Evaluation / Bias / Fairness</c:v>
                </c:pt>
                <c:pt idx="13">
                  <c:v>Recommender Systems / Retrieval</c:v>
                </c:pt>
                <c:pt idx="14">
                  <c:v>Scientific / Physics-informed ML</c:v>
                </c:pt>
              </c:strCache>
            </c:strRef>
          </c:cat>
          <c:val>
            <c:numRef>
              <c:f>'Complete Topic Chart'!$B$13:$B$27</c:f>
              <c:numCache>
                <c:formatCode>General</c:formatCode>
                <c:ptCount val="15"/>
                <c:pt idx="0">
                  <c:v>37</c:v>
                </c:pt>
                <c:pt idx="1">
                  <c:v>17</c:v>
                </c:pt>
                <c:pt idx="2">
                  <c:v>16</c:v>
                </c:pt>
                <c:pt idx="3">
                  <c:v>13</c:v>
                </c:pt>
                <c:pt idx="4">
                  <c:v>11</c:v>
                </c:pt>
                <c:pt idx="5">
                  <c:v>11</c:v>
                </c:pt>
                <c:pt idx="6">
                  <c:v>10</c:v>
                </c:pt>
                <c:pt idx="7">
                  <c:v>9</c:v>
                </c:pt>
                <c:pt idx="8">
                  <c:v>9</c:v>
                </c:pt>
                <c:pt idx="9">
                  <c:v>9</c:v>
                </c:pt>
                <c:pt idx="10">
                  <c:v>8</c:v>
                </c:pt>
                <c:pt idx="11">
                  <c:v>8</c:v>
                </c:pt>
                <c:pt idx="12">
                  <c:v>6</c:v>
                </c:pt>
                <c:pt idx="13">
                  <c:v>2</c:v>
                </c:pt>
                <c:pt idx="14">
                  <c:v>1</c:v>
                </c:pt>
              </c:numCache>
            </c:numRef>
          </c:val>
          <c:extLst>
            <c:ext xmlns:c16="http://schemas.microsoft.com/office/drawing/2014/chart" uri="{C3380CC4-5D6E-409C-BE32-E72D297353CC}">
              <c16:uniqueId val="{00000000-5CFC-4A6C-AF0C-5CFAC6569152}"/>
            </c:ext>
          </c:extLst>
        </c:ser>
        <c:dLbls>
          <c:showLegendKey val="0"/>
          <c:showVal val="0"/>
          <c:showCatName val="0"/>
          <c:showSerName val="0"/>
          <c:showPercent val="0"/>
          <c:showBubbleSize val="0"/>
        </c:dLbls>
        <c:gapWidth val="182"/>
        <c:axId val="2096401135"/>
        <c:axId val="2096397775"/>
      </c:barChart>
      <c:catAx>
        <c:axId val="2096401135"/>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Topic group</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96397775"/>
        <c:crosses val="autoZero"/>
        <c:auto val="1"/>
        <c:lblAlgn val="ctr"/>
        <c:lblOffset val="100"/>
        <c:noMultiLvlLbl val="0"/>
      </c:catAx>
      <c:valAx>
        <c:axId val="2096397775"/>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Unique courses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9640113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41B969-D153-48CE-B9BA-C8B5BCC4C165}"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41DFE3E7-0ACF-4BEF-8AE0-2767D4C004FB}">
      <dgm:prSet phldrT="[Text]" phldr="0"/>
      <dgm:spPr>
        <a:solidFill>
          <a:schemeClr val="tx2"/>
        </a:solidFill>
        <a:ln>
          <a:solidFill>
            <a:schemeClr val="tx2"/>
          </a:solidFill>
        </a:ln>
      </dgm:spPr>
      <dgm:t>
        <a:bodyPr/>
        <a:lstStyle/>
        <a:p>
          <a:r>
            <a:rPr lang="en-US" b="1" dirty="0"/>
            <a:t>ACCESS &amp; PREPROCESS</a:t>
          </a:r>
        </a:p>
      </dgm:t>
    </dgm:pt>
    <dgm:pt modelId="{683F1C0E-4A1A-4FF4-AFD2-ABD896F9A2DE}" type="parTrans" cxnId="{D3443E1D-4AC4-4E05-BB47-FBD3DB2E0FBF}">
      <dgm:prSet/>
      <dgm:spPr/>
      <dgm:t>
        <a:bodyPr/>
        <a:lstStyle/>
        <a:p>
          <a:endParaRPr lang="en-US"/>
        </a:p>
      </dgm:t>
    </dgm:pt>
    <dgm:pt modelId="{12F47466-E357-418A-B4A4-CCF89780FA92}" type="sibTrans" cxnId="{D3443E1D-4AC4-4E05-BB47-FBD3DB2E0FBF}">
      <dgm:prSet/>
      <dgm:spPr/>
      <dgm:t>
        <a:bodyPr/>
        <a:lstStyle/>
        <a:p>
          <a:endParaRPr lang="en-US"/>
        </a:p>
      </dgm:t>
    </dgm:pt>
    <dgm:pt modelId="{8F6DD832-5672-4AE7-B745-BA8F59657BC7}">
      <dgm:prSet phldrT="[Text]" phldr="0"/>
      <dgm:spPr/>
      <dgm:t>
        <a:bodyPr/>
        <a:lstStyle/>
        <a:p>
          <a:r>
            <a:rPr lang="en-US" b="1" dirty="0"/>
            <a:t>DERIVE</a:t>
          </a:r>
        </a:p>
      </dgm:t>
    </dgm:pt>
    <dgm:pt modelId="{BF3BD0B8-91C7-4206-B57B-274885B71493}" type="parTrans" cxnId="{BF077F16-8272-4562-BCB9-13B1D28D6465}">
      <dgm:prSet/>
      <dgm:spPr/>
      <dgm:t>
        <a:bodyPr/>
        <a:lstStyle/>
        <a:p>
          <a:endParaRPr lang="en-US"/>
        </a:p>
      </dgm:t>
    </dgm:pt>
    <dgm:pt modelId="{95D67F49-C55C-4A79-9303-2B85C8F7C9B3}" type="sibTrans" cxnId="{BF077F16-8272-4562-BCB9-13B1D28D6465}">
      <dgm:prSet/>
      <dgm:spPr/>
      <dgm:t>
        <a:bodyPr/>
        <a:lstStyle/>
        <a:p>
          <a:endParaRPr lang="en-US"/>
        </a:p>
      </dgm:t>
    </dgm:pt>
    <dgm:pt modelId="{9EA91B87-D1A8-4C21-B57E-9F63F42FE519}">
      <dgm:prSet phldrT="[Text]" phldr="0"/>
      <dgm:spPr>
        <a:solidFill>
          <a:schemeClr val="accent2"/>
        </a:solidFill>
        <a:ln>
          <a:solidFill>
            <a:schemeClr val="accent2"/>
          </a:solidFill>
        </a:ln>
      </dgm:spPr>
      <dgm:t>
        <a:bodyPr/>
        <a:lstStyle/>
        <a:p>
          <a:r>
            <a:rPr lang="en-US" b="1" dirty="0"/>
            <a:t>TRAIN</a:t>
          </a:r>
        </a:p>
      </dgm:t>
    </dgm:pt>
    <dgm:pt modelId="{C1D5BCA9-8A18-4039-B314-2117F7A1B87D}" type="parTrans" cxnId="{4CD4C91D-792A-43A6-B305-2F63DF2C54DD}">
      <dgm:prSet/>
      <dgm:spPr/>
      <dgm:t>
        <a:bodyPr/>
        <a:lstStyle/>
        <a:p>
          <a:endParaRPr lang="en-US"/>
        </a:p>
      </dgm:t>
    </dgm:pt>
    <dgm:pt modelId="{5DBB95B9-C607-4449-9535-B37A3FA387C9}" type="sibTrans" cxnId="{4CD4C91D-792A-43A6-B305-2F63DF2C54DD}">
      <dgm:prSet/>
      <dgm:spPr/>
      <dgm:t>
        <a:bodyPr/>
        <a:lstStyle/>
        <a:p>
          <a:endParaRPr lang="en-US"/>
        </a:p>
      </dgm:t>
    </dgm:pt>
    <dgm:pt modelId="{82F3BDFD-8AEF-4D07-95E1-C205996E5906}">
      <dgm:prSet/>
      <dgm:spPr>
        <a:solidFill>
          <a:schemeClr val="accent5"/>
        </a:solidFill>
        <a:ln>
          <a:solidFill>
            <a:schemeClr val="accent5"/>
          </a:solidFill>
        </a:ln>
      </dgm:spPr>
      <dgm:t>
        <a:bodyPr/>
        <a:lstStyle/>
        <a:p>
          <a:r>
            <a:rPr lang="en-US" b="1" dirty="0"/>
            <a:t>ITERATE</a:t>
          </a:r>
        </a:p>
      </dgm:t>
    </dgm:pt>
    <dgm:pt modelId="{409B3C95-5F41-4ED5-8C89-066447D7A54F}" type="parTrans" cxnId="{A5F5287C-B7AD-4DBB-AE67-22AED7110D23}">
      <dgm:prSet/>
      <dgm:spPr/>
      <dgm:t>
        <a:bodyPr/>
        <a:lstStyle/>
        <a:p>
          <a:endParaRPr lang="en-US"/>
        </a:p>
      </dgm:t>
    </dgm:pt>
    <dgm:pt modelId="{158A4AF8-F2FF-45FA-8D34-5671BA843267}" type="sibTrans" cxnId="{A5F5287C-B7AD-4DBB-AE67-22AED7110D23}">
      <dgm:prSet/>
      <dgm:spPr/>
      <dgm:t>
        <a:bodyPr/>
        <a:lstStyle/>
        <a:p>
          <a:endParaRPr lang="en-US"/>
        </a:p>
      </dgm:t>
    </dgm:pt>
    <dgm:pt modelId="{568F5909-70FE-4D5D-B4E1-79F4A811F23F}">
      <dgm:prSet/>
      <dgm:spPr>
        <a:solidFill>
          <a:schemeClr val="accent6"/>
        </a:solidFill>
        <a:ln>
          <a:solidFill>
            <a:schemeClr val="accent6"/>
          </a:solidFill>
        </a:ln>
      </dgm:spPr>
      <dgm:t>
        <a:bodyPr/>
        <a:lstStyle/>
        <a:p>
          <a:r>
            <a:rPr lang="en-US" b="1" dirty="0"/>
            <a:t>INTEGRATE</a:t>
          </a:r>
        </a:p>
      </dgm:t>
    </dgm:pt>
    <dgm:pt modelId="{8408A365-E6F1-4EAA-AF93-3F0C8FFBCC93}" type="parTrans" cxnId="{5AAE3FC6-CF40-4F47-8A2F-48710DDA5FE0}">
      <dgm:prSet/>
      <dgm:spPr/>
      <dgm:t>
        <a:bodyPr/>
        <a:lstStyle/>
        <a:p>
          <a:endParaRPr lang="en-US"/>
        </a:p>
      </dgm:t>
    </dgm:pt>
    <dgm:pt modelId="{4487D162-D47D-4EB5-83FB-1D3FDF5A3C82}" type="sibTrans" cxnId="{5AAE3FC6-CF40-4F47-8A2F-48710DDA5FE0}">
      <dgm:prSet/>
      <dgm:spPr/>
      <dgm:t>
        <a:bodyPr/>
        <a:lstStyle/>
        <a:p>
          <a:endParaRPr lang="en-US"/>
        </a:p>
      </dgm:t>
    </dgm:pt>
    <dgm:pt modelId="{0FDFE212-C1C5-4F0F-8A15-28979CEA4064}" type="pres">
      <dgm:prSet presAssocID="{1841B969-D153-48CE-B9BA-C8B5BCC4C165}" presName="Name0" presStyleCnt="0">
        <dgm:presLayoutVars>
          <dgm:dir/>
          <dgm:animLvl val="lvl"/>
          <dgm:resizeHandles val="exact"/>
        </dgm:presLayoutVars>
      </dgm:prSet>
      <dgm:spPr/>
    </dgm:pt>
    <dgm:pt modelId="{71D41CFF-584D-4894-B145-418958A35189}" type="pres">
      <dgm:prSet presAssocID="{41DFE3E7-0ACF-4BEF-8AE0-2767D4C004FB}" presName="parTxOnly" presStyleLbl="node1" presStyleIdx="0" presStyleCnt="5">
        <dgm:presLayoutVars>
          <dgm:chMax val="0"/>
          <dgm:chPref val="0"/>
          <dgm:bulletEnabled val="1"/>
        </dgm:presLayoutVars>
      </dgm:prSet>
      <dgm:spPr/>
    </dgm:pt>
    <dgm:pt modelId="{E4A874AC-FA21-412A-9BD4-D0BD3270889D}" type="pres">
      <dgm:prSet presAssocID="{12F47466-E357-418A-B4A4-CCF89780FA92}" presName="parTxOnlySpace" presStyleCnt="0"/>
      <dgm:spPr/>
    </dgm:pt>
    <dgm:pt modelId="{0316EE6C-49F2-4D66-9B7E-C70DAA0506AE}" type="pres">
      <dgm:prSet presAssocID="{8F6DD832-5672-4AE7-B745-BA8F59657BC7}" presName="parTxOnly" presStyleLbl="node1" presStyleIdx="1" presStyleCnt="5">
        <dgm:presLayoutVars>
          <dgm:chMax val="0"/>
          <dgm:chPref val="0"/>
          <dgm:bulletEnabled val="1"/>
        </dgm:presLayoutVars>
      </dgm:prSet>
      <dgm:spPr/>
    </dgm:pt>
    <dgm:pt modelId="{1E60201F-20E9-4A8C-A956-86C31CEF8DFB}" type="pres">
      <dgm:prSet presAssocID="{95D67F49-C55C-4A79-9303-2B85C8F7C9B3}" presName="parTxOnlySpace" presStyleCnt="0"/>
      <dgm:spPr/>
    </dgm:pt>
    <dgm:pt modelId="{D1FF1A30-8836-4897-87D4-4FC6700CB38F}" type="pres">
      <dgm:prSet presAssocID="{9EA91B87-D1A8-4C21-B57E-9F63F42FE519}" presName="parTxOnly" presStyleLbl="node1" presStyleIdx="2" presStyleCnt="5">
        <dgm:presLayoutVars>
          <dgm:chMax val="0"/>
          <dgm:chPref val="0"/>
          <dgm:bulletEnabled val="1"/>
        </dgm:presLayoutVars>
      </dgm:prSet>
      <dgm:spPr/>
    </dgm:pt>
    <dgm:pt modelId="{2B0723DB-5E5A-437E-AB37-4E49D6D62211}" type="pres">
      <dgm:prSet presAssocID="{5DBB95B9-C607-4449-9535-B37A3FA387C9}" presName="parTxOnlySpace" presStyleCnt="0"/>
      <dgm:spPr/>
    </dgm:pt>
    <dgm:pt modelId="{ADB67ADF-72BD-4EF9-9B6C-6AE26E2A31DD}" type="pres">
      <dgm:prSet presAssocID="{82F3BDFD-8AEF-4D07-95E1-C205996E5906}" presName="parTxOnly" presStyleLbl="node1" presStyleIdx="3" presStyleCnt="5">
        <dgm:presLayoutVars>
          <dgm:chMax val="0"/>
          <dgm:chPref val="0"/>
          <dgm:bulletEnabled val="1"/>
        </dgm:presLayoutVars>
      </dgm:prSet>
      <dgm:spPr/>
    </dgm:pt>
    <dgm:pt modelId="{292B401B-0105-405A-8F3D-8B147553C7D8}" type="pres">
      <dgm:prSet presAssocID="{158A4AF8-F2FF-45FA-8D34-5671BA843267}" presName="parTxOnlySpace" presStyleCnt="0"/>
      <dgm:spPr/>
    </dgm:pt>
    <dgm:pt modelId="{2057685A-89B9-4926-B422-853A70B23137}" type="pres">
      <dgm:prSet presAssocID="{568F5909-70FE-4D5D-B4E1-79F4A811F23F}" presName="parTxOnly" presStyleLbl="node1" presStyleIdx="4" presStyleCnt="5">
        <dgm:presLayoutVars>
          <dgm:chMax val="0"/>
          <dgm:chPref val="0"/>
          <dgm:bulletEnabled val="1"/>
        </dgm:presLayoutVars>
      </dgm:prSet>
      <dgm:spPr/>
    </dgm:pt>
  </dgm:ptLst>
  <dgm:cxnLst>
    <dgm:cxn modelId="{D77C6C0C-248C-4C5A-AFF5-60FF0120D51A}" type="presOf" srcId="{8F6DD832-5672-4AE7-B745-BA8F59657BC7}" destId="{0316EE6C-49F2-4D66-9B7E-C70DAA0506AE}" srcOrd="0" destOrd="0" presId="urn:microsoft.com/office/officeart/2005/8/layout/chevron1"/>
    <dgm:cxn modelId="{4948750F-C7EB-40A8-8375-7AD2A2E7B602}" type="presOf" srcId="{568F5909-70FE-4D5D-B4E1-79F4A811F23F}" destId="{2057685A-89B9-4926-B422-853A70B23137}" srcOrd="0" destOrd="0" presId="urn:microsoft.com/office/officeart/2005/8/layout/chevron1"/>
    <dgm:cxn modelId="{BF077F16-8272-4562-BCB9-13B1D28D6465}" srcId="{1841B969-D153-48CE-B9BA-C8B5BCC4C165}" destId="{8F6DD832-5672-4AE7-B745-BA8F59657BC7}" srcOrd="1" destOrd="0" parTransId="{BF3BD0B8-91C7-4206-B57B-274885B71493}" sibTransId="{95D67F49-C55C-4A79-9303-2B85C8F7C9B3}"/>
    <dgm:cxn modelId="{D3443E1D-4AC4-4E05-BB47-FBD3DB2E0FBF}" srcId="{1841B969-D153-48CE-B9BA-C8B5BCC4C165}" destId="{41DFE3E7-0ACF-4BEF-8AE0-2767D4C004FB}" srcOrd="0" destOrd="0" parTransId="{683F1C0E-4A1A-4FF4-AFD2-ABD896F9A2DE}" sibTransId="{12F47466-E357-418A-B4A4-CCF89780FA92}"/>
    <dgm:cxn modelId="{4CD4C91D-792A-43A6-B305-2F63DF2C54DD}" srcId="{1841B969-D153-48CE-B9BA-C8B5BCC4C165}" destId="{9EA91B87-D1A8-4C21-B57E-9F63F42FE519}" srcOrd="2" destOrd="0" parTransId="{C1D5BCA9-8A18-4039-B314-2117F7A1B87D}" sibTransId="{5DBB95B9-C607-4449-9535-B37A3FA387C9}"/>
    <dgm:cxn modelId="{C96BE440-FCBB-462A-B98E-60CC9C486EB9}" type="presOf" srcId="{9EA91B87-D1A8-4C21-B57E-9F63F42FE519}" destId="{D1FF1A30-8836-4897-87D4-4FC6700CB38F}" srcOrd="0" destOrd="0" presId="urn:microsoft.com/office/officeart/2005/8/layout/chevron1"/>
    <dgm:cxn modelId="{509D8B5A-3439-4A4C-B2BB-F19BC92AFF70}" type="presOf" srcId="{82F3BDFD-8AEF-4D07-95E1-C205996E5906}" destId="{ADB67ADF-72BD-4EF9-9B6C-6AE26E2A31DD}" srcOrd="0" destOrd="0" presId="urn:microsoft.com/office/officeart/2005/8/layout/chevron1"/>
    <dgm:cxn modelId="{A5F5287C-B7AD-4DBB-AE67-22AED7110D23}" srcId="{1841B969-D153-48CE-B9BA-C8B5BCC4C165}" destId="{82F3BDFD-8AEF-4D07-95E1-C205996E5906}" srcOrd="3" destOrd="0" parTransId="{409B3C95-5F41-4ED5-8C89-066447D7A54F}" sibTransId="{158A4AF8-F2FF-45FA-8D34-5671BA843267}"/>
    <dgm:cxn modelId="{C2135DB5-668F-453A-BE40-3891559F667F}" type="presOf" srcId="{41DFE3E7-0ACF-4BEF-8AE0-2767D4C004FB}" destId="{71D41CFF-584D-4894-B145-418958A35189}" srcOrd="0" destOrd="0" presId="urn:microsoft.com/office/officeart/2005/8/layout/chevron1"/>
    <dgm:cxn modelId="{57CE01B6-B0E0-4832-BC04-0E18F1B4D1B3}" type="presOf" srcId="{1841B969-D153-48CE-B9BA-C8B5BCC4C165}" destId="{0FDFE212-C1C5-4F0F-8A15-28979CEA4064}" srcOrd="0" destOrd="0" presId="urn:microsoft.com/office/officeart/2005/8/layout/chevron1"/>
    <dgm:cxn modelId="{5AAE3FC6-CF40-4F47-8A2F-48710DDA5FE0}" srcId="{1841B969-D153-48CE-B9BA-C8B5BCC4C165}" destId="{568F5909-70FE-4D5D-B4E1-79F4A811F23F}" srcOrd="4" destOrd="0" parTransId="{8408A365-E6F1-4EAA-AF93-3F0C8FFBCC93}" sibTransId="{4487D162-D47D-4EB5-83FB-1D3FDF5A3C82}"/>
    <dgm:cxn modelId="{961B94AE-CD96-48DC-8C03-D4645A25EAB5}" type="presParOf" srcId="{0FDFE212-C1C5-4F0F-8A15-28979CEA4064}" destId="{71D41CFF-584D-4894-B145-418958A35189}" srcOrd="0" destOrd="0" presId="urn:microsoft.com/office/officeart/2005/8/layout/chevron1"/>
    <dgm:cxn modelId="{634C8A29-B844-4B66-AB6F-29B088E30C88}" type="presParOf" srcId="{0FDFE212-C1C5-4F0F-8A15-28979CEA4064}" destId="{E4A874AC-FA21-412A-9BD4-D0BD3270889D}" srcOrd="1" destOrd="0" presId="urn:microsoft.com/office/officeart/2005/8/layout/chevron1"/>
    <dgm:cxn modelId="{FED576E0-9738-4DEF-8534-CEE9DFC078C2}" type="presParOf" srcId="{0FDFE212-C1C5-4F0F-8A15-28979CEA4064}" destId="{0316EE6C-49F2-4D66-9B7E-C70DAA0506AE}" srcOrd="2" destOrd="0" presId="urn:microsoft.com/office/officeart/2005/8/layout/chevron1"/>
    <dgm:cxn modelId="{C964C88F-BEAF-4073-8A53-228C4D15ACF5}" type="presParOf" srcId="{0FDFE212-C1C5-4F0F-8A15-28979CEA4064}" destId="{1E60201F-20E9-4A8C-A956-86C31CEF8DFB}" srcOrd="3" destOrd="0" presId="urn:microsoft.com/office/officeart/2005/8/layout/chevron1"/>
    <dgm:cxn modelId="{3381D3BB-64D3-4348-92C5-EF94B065C789}" type="presParOf" srcId="{0FDFE212-C1C5-4F0F-8A15-28979CEA4064}" destId="{D1FF1A30-8836-4897-87D4-4FC6700CB38F}" srcOrd="4" destOrd="0" presId="urn:microsoft.com/office/officeart/2005/8/layout/chevron1"/>
    <dgm:cxn modelId="{BD2280B7-363B-48EA-95FF-E3C2D5EEEE4B}" type="presParOf" srcId="{0FDFE212-C1C5-4F0F-8A15-28979CEA4064}" destId="{2B0723DB-5E5A-437E-AB37-4E49D6D62211}" srcOrd="5" destOrd="0" presId="urn:microsoft.com/office/officeart/2005/8/layout/chevron1"/>
    <dgm:cxn modelId="{AE6A6847-2A2E-42AF-B639-B5558CFBBAC1}" type="presParOf" srcId="{0FDFE212-C1C5-4F0F-8A15-28979CEA4064}" destId="{ADB67ADF-72BD-4EF9-9B6C-6AE26E2A31DD}" srcOrd="6" destOrd="0" presId="urn:microsoft.com/office/officeart/2005/8/layout/chevron1"/>
    <dgm:cxn modelId="{0E709EC2-D083-49A6-87F6-710686C15097}" type="presParOf" srcId="{0FDFE212-C1C5-4F0F-8A15-28979CEA4064}" destId="{292B401B-0105-405A-8F3D-8B147553C7D8}" srcOrd="7" destOrd="0" presId="urn:microsoft.com/office/officeart/2005/8/layout/chevron1"/>
    <dgm:cxn modelId="{2F07DF1A-2D1F-41C7-B8D1-9744B4E9CA4F}" type="presParOf" srcId="{0FDFE212-C1C5-4F0F-8A15-28979CEA4064}" destId="{2057685A-89B9-4926-B422-853A70B23137}"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D41CFF-584D-4894-B145-418958A35189}">
      <dsp:nvSpPr>
        <dsp:cNvPr id="0" name=""/>
        <dsp:cNvSpPr/>
      </dsp:nvSpPr>
      <dsp:spPr>
        <a:xfrm>
          <a:off x="2629" y="293985"/>
          <a:ext cx="2340074" cy="936029"/>
        </a:xfrm>
        <a:prstGeom prst="chevron">
          <a:avLst/>
        </a:prstGeom>
        <a:solidFill>
          <a:schemeClr val="tx2"/>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b="1" kern="1200" dirty="0"/>
            <a:t>ACCESS &amp; PREPROCESS</a:t>
          </a:r>
        </a:p>
      </dsp:txBody>
      <dsp:txXfrm>
        <a:off x="470644" y="293985"/>
        <a:ext cx="1404045" cy="936029"/>
      </dsp:txXfrm>
    </dsp:sp>
    <dsp:sp modelId="{0316EE6C-49F2-4D66-9B7E-C70DAA0506AE}">
      <dsp:nvSpPr>
        <dsp:cNvPr id="0" name=""/>
        <dsp:cNvSpPr/>
      </dsp:nvSpPr>
      <dsp:spPr>
        <a:xfrm>
          <a:off x="2108696" y="293985"/>
          <a:ext cx="2340074" cy="936029"/>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b="1" kern="1200" dirty="0"/>
            <a:t>DERIVE</a:t>
          </a:r>
        </a:p>
      </dsp:txBody>
      <dsp:txXfrm>
        <a:off x="2576711" y="293985"/>
        <a:ext cx="1404045" cy="936029"/>
      </dsp:txXfrm>
    </dsp:sp>
    <dsp:sp modelId="{D1FF1A30-8836-4897-87D4-4FC6700CB38F}">
      <dsp:nvSpPr>
        <dsp:cNvPr id="0" name=""/>
        <dsp:cNvSpPr/>
      </dsp:nvSpPr>
      <dsp:spPr>
        <a:xfrm>
          <a:off x="4214762" y="293985"/>
          <a:ext cx="2340074" cy="936029"/>
        </a:xfrm>
        <a:prstGeom prst="chevron">
          <a:avLst/>
        </a:prstGeom>
        <a:solidFill>
          <a:schemeClr val="accent2"/>
        </a:solidFill>
        <a:ln w="25400" cap="flat" cmpd="sng" algn="ctr">
          <a:solidFill>
            <a:schemeClr val="accent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b="1" kern="1200" dirty="0"/>
            <a:t>TRAIN</a:t>
          </a:r>
        </a:p>
      </dsp:txBody>
      <dsp:txXfrm>
        <a:off x="4682777" y="293985"/>
        <a:ext cx="1404045" cy="936029"/>
      </dsp:txXfrm>
    </dsp:sp>
    <dsp:sp modelId="{ADB67ADF-72BD-4EF9-9B6C-6AE26E2A31DD}">
      <dsp:nvSpPr>
        <dsp:cNvPr id="0" name=""/>
        <dsp:cNvSpPr/>
      </dsp:nvSpPr>
      <dsp:spPr>
        <a:xfrm>
          <a:off x="6320829" y="293985"/>
          <a:ext cx="2340074" cy="936029"/>
        </a:xfrm>
        <a:prstGeom prst="chevron">
          <a:avLst/>
        </a:prstGeom>
        <a:solidFill>
          <a:schemeClr val="accent5"/>
        </a:solidFill>
        <a:ln w="25400" cap="flat" cmpd="sng" algn="ctr">
          <a:solidFill>
            <a:schemeClr val="accent5"/>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b="1" kern="1200" dirty="0"/>
            <a:t>ITERATE</a:t>
          </a:r>
        </a:p>
      </dsp:txBody>
      <dsp:txXfrm>
        <a:off x="6788844" y="293985"/>
        <a:ext cx="1404045" cy="936029"/>
      </dsp:txXfrm>
    </dsp:sp>
    <dsp:sp modelId="{2057685A-89B9-4926-B422-853A70B23137}">
      <dsp:nvSpPr>
        <dsp:cNvPr id="0" name=""/>
        <dsp:cNvSpPr/>
      </dsp:nvSpPr>
      <dsp:spPr>
        <a:xfrm>
          <a:off x="8426896" y="293985"/>
          <a:ext cx="2340074" cy="936029"/>
        </a:xfrm>
        <a:prstGeom prst="chevron">
          <a:avLst/>
        </a:prstGeom>
        <a:solidFill>
          <a:schemeClr val="accent6"/>
        </a:solidFill>
        <a:ln w="25400" cap="flat" cmpd="sng" algn="ctr">
          <a:solidFill>
            <a:schemeClr val="accent6"/>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b="1" kern="1200" dirty="0"/>
            <a:t>INTEGRATE</a:t>
          </a:r>
        </a:p>
      </dsp:txBody>
      <dsp:txXfrm>
        <a:off x="8894911" y="293985"/>
        <a:ext cx="1404045" cy="936029"/>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F993C83-2184-4286-ABE1-941A40B40C8F}" type="datetimeFigureOut">
              <a:rPr lang="en-US" smtClean="0"/>
              <a:pPr/>
              <a:t>6/26/2026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7603001-E0F2-47E5-A338-816CC267AF60}" type="slidenum">
              <a:rPr lang="en-US" smtClean="0"/>
              <a:pPr/>
              <a:t>‹#›</a:t>
            </a:fld>
            <a:endParaRPr lang="en-US"/>
          </a:p>
        </p:txBody>
      </p:sp>
    </p:spTree>
    <p:extLst>
      <p:ext uri="{BB962C8B-B14F-4D97-AF65-F5344CB8AC3E}">
        <p14:creationId xmlns:p14="http://schemas.microsoft.com/office/powerpoint/2010/main" val="2153657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053241F-7ED4-45AC-844C-15DB0D5F9CCD}" type="datetimeFigureOut">
              <a:rPr lang="en-US" smtClean="0"/>
              <a:pPr/>
              <a:t>6/26/2026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73B8C3-A209-4A55-9261-22C2A02B3159}" type="slidenum">
              <a:rPr lang="en-US" smtClean="0"/>
              <a:pPr/>
              <a:t>‹#›</a:t>
            </a:fld>
            <a:endParaRPr lang="en-US"/>
          </a:p>
        </p:txBody>
      </p:sp>
    </p:spTree>
    <p:extLst>
      <p:ext uri="{BB962C8B-B14F-4D97-AF65-F5344CB8AC3E}">
        <p14:creationId xmlns:p14="http://schemas.microsoft.com/office/powerpoint/2010/main" val="1744081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Background" descr="bluemesh.jpg"/>
          <p:cNvPicPr>
            <a:picLocks noChangeAspect="1"/>
          </p:cNvPicPr>
          <p:nvPr userDrawn="1"/>
        </p:nvPicPr>
        <p:blipFill>
          <a:blip r:embed="rId2" cstate="print"/>
          <a:stretch>
            <a:fillRect/>
          </a:stretch>
        </p:blipFill>
        <p:spPr>
          <a:xfrm>
            <a:off x="-4067" y="1287"/>
            <a:ext cx="12209092" cy="6856713"/>
          </a:xfrm>
          <a:prstGeom prst="rect">
            <a:avLst/>
          </a:prstGeom>
        </p:spPr>
      </p:pic>
      <p:sp>
        <p:nvSpPr>
          <p:cNvPr id="21" name="Title"/>
          <p:cNvSpPr>
            <a:spLocks noGrp="1"/>
          </p:cNvSpPr>
          <p:nvPr>
            <p:ph type="ctrTitle"/>
          </p:nvPr>
        </p:nvSpPr>
        <p:spPr>
          <a:xfrm>
            <a:off x="914400" y="914400"/>
            <a:ext cx="10363200" cy="1828800"/>
          </a:xfrm>
        </p:spPr>
        <p:txBody>
          <a:bodyPr/>
          <a:lstStyle>
            <a:lvl1pPr algn="l">
              <a:defRPr sz="3200">
                <a:solidFill>
                  <a:schemeClr val="tx2"/>
                </a:solidFill>
              </a:defRPr>
            </a:lvl1pPr>
          </a:lstStyle>
          <a:p>
            <a:r>
              <a:rPr lang="en-US"/>
              <a:t>Click to edit Master title style</a:t>
            </a:r>
            <a:endParaRPr lang="en-US" dirty="0"/>
          </a:p>
        </p:txBody>
      </p:sp>
      <p:sp>
        <p:nvSpPr>
          <p:cNvPr id="22" name="Subtitle"/>
          <p:cNvSpPr>
            <a:spLocks noGrp="1"/>
          </p:cNvSpPr>
          <p:nvPr>
            <p:ph type="subTitle" idx="1"/>
          </p:nvPr>
        </p:nvSpPr>
        <p:spPr>
          <a:xfrm>
            <a:off x="914400" y="3203579"/>
            <a:ext cx="10363200" cy="987425"/>
          </a:xfrm>
        </p:spPr>
        <p:txBody>
          <a:bodyPr>
            <a:normAutofit/>
          </a:bodyPr>
          <a:lstStyle>
            <a:lvl1pPr marL="0" indent="0" algn="l">
              <a:buNone/>
              <a:defRPr sz="1604" b="0">
                <a:solidFill>
                  <a:schemeClr val="tx1"/>
                </a:solidFill>
              </a:defRPr>
            </a:lvl1pPr>
            <a:lvl2pPr marL="458340" indent="0" algn="ctr">
              <a:buNone/>
              <a:defRPr>
                <a:solidFill>
                  <a:schemeClr val="tx1">
                    <a:tint val="75000"/>
                  </a:schemeClr>
                </a:solidFill>
              </a:defRPr>
            </a:lvl2pPr>
            <a:lvl3pPr marL="916680" indent="0" algn="ctr">
              <a:buNone/>
              <a:defRPr>
                <a:solidFill>
                  <a:schemeClr val="tx1">
                    <a:tint val="75000"/>
                  </a:schemeClr>
                </a:solidFill>
              </a:defRPr>
            </a:lvl3pPr>
            <a:lvl4pPr marL="1375020" indent="0" algn="ctr">
              <a:buNone/>
              <a:defRPr>
                <a:solidFill>
                  <a:schemeClr val="tx1">
                    <a:tint val="75000"/>
                  </a:schemeClr>
                </a:solidFill>
              </a:defRPr>
            </a:lvl4pPr>
            <a:lvl5pPr marL="1833361" indent="0" algn="ctr">
              <a:buNone/>
              <a:defRPr>
                <a:solidFill>
                  <a:schemeClr val="tx1">
                    <a:tint val="75000"/>
                  </a:schemeClr>
                </a:solidFill>
              </a:defRPr>
            </a:lvl5pPr>
            <a:lvl6pPr marL="2291701" indent="0" algn="ctr">
              <a:buNone/>
              <a:defRPr>
                <a:solidFill>
                  <a:schemeClr val="tx1">
                    <a:tint val="75000"/>
                  </a:schemeClr>
                </a:solidFill>
              </a:defRPr>
            </a:lvl6pPr>
            <a:lvl7pPr marL="2750041" indent="0" algn="ctr">
              <a:buNone/>
              <a:defRPr>
                <a:solidFill>
                  <a:schemeClr val="tx1">
                    <a:tint val="75000"/>
                  </a:schemeClr>
                </a:solidFill>
              </a:defRPr>
            </a:lvl7pPr>
            <a:lvl8pPr marL="3208381" indent="0" algn="ctr">
              <a:buNone/>
              <a:defRPr>
                <a:solidFill>
                  <a:schemeClr val="tx1">
                    <a:tint val="75000"/>
                  </a:schemeClr>
                </a:solidFill>
              </a:defRPr>
            </a:lvl8pPr>
            <a:lvl9pPr marL="3666721" indent="0" algn="ctr">
              <a:buNone/>
              <a:defRPr>
                <a:solidFill>
                  <a:schemeClr val="tx1">
                    <a:tint val="75000"/>
                  </a:schemeClr>
                </a:solidFill>
              </a:defRPr>
            </a:lvl9pPr>
          </a:lstStyle>
          <a:p>
            <a:r>
              <a:rPr lang="en-US"/>
              <a:t>Click to edit Master subtitle style</a:t>
            </a:r>
            <a:endParaRPr lang="en-US" dirty="0"/>
          </a:p>
        </p:txBody>
      </p:sp>
      <p:sp>
        <p:nvSpPr>
          <p:cNvPr id="23" name="Copyright"/>
          <p:cNvSpPr txBox="1"/>
          <p:nvPr userDrawn="1"/>
        </p:nvSpPr>
        <p:spPr>
          <a:xfrm>
            <a:off x="10227052" y="6527632"/>
            <a:ext cx="2438400" cy="246221"/>
          </a:xfrm>
          <a:prstGeom prst="rect">
            <a:avLst/>
          </a:prstGeom>
          <a:noFill/>
        </p:spPr>
        <p:txBody>
          <a:bodyPr wrap="square" rtlCol="0">
            <a:spAutoFit/>
          </a:bodyPr>
          <a:lstStyle/>
          <a:p>
            <a:r>
              <a:rPr lang="en-US" sz="1003" dirty="0">
                <a:solidFill>
                  <a:schemeClr val="bg1"/>
                </a:solidFill>
                <a:latin typeface="Arial" pitchFamily="34" charset="0"/>
                <a:cs typeface="Arial" pitchFamily="34" charset="0"/>
              </a:rPr>
              <a:t>© </a:t>
            </a:r>
            <a:fld id="{43FEC7B2-4A3C-43EA-A52A-F8DED3FD6DAC}" type="datetimeyyyy">
              <a:rPr lang="en-US" sz="1003" smtClean="0">
                <a:solidFill>
                  <a:schemeClr val="bg1"/>
                </a:solidFill>
                <a:latin typeface="Arial" pitchFamily="34" charset="0"/>
                <a:cs typeface="Arial" pitchFamily="34" charset="0"/>
              </a:rPr>
              <a:t>2026</a:t>
            </a:fld>
            <a:r>
              <a:rPr lang="en-US" sz="1003" dirty="0">
                <a:solidFill>
                  <a:schemeClr val="bg1"/>
                </a:solidFill>
                <a:latin typeface="Arial" pitchFamily="34" charset="0"/>
                <a:cs typeface="Arial" pitchFamily="34" charset="0"/>
              </a:rPr>
              <a:t> The MathWorks, Inc.</a:t>
            </a:r>
          </a:p>
        </p:txBody>
      </p:sp>
      <p:cxnSp>
        <p:nvCxnSpPr>
          <p:cNvPr id="26" name="GrayLine"/>
          <p:cNvCxnSpPr/>
          <p:nvPr userDrawn="1"/>
        </p:nvCxnSpPr>
        <p:spPr>
          <a:xfrm>
            <a:off x="-4067" y="4376652"/>
            <a:ext cx="12209092" cy="0"/>
          </a:xfrm>
          <a:prstGeom prst="line">
            <a:avLst/>
          </a:prstGeom>
          <a:ln w="57150">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9" name="Logo" descr="09_MW_logo_CMYK_REV.png"/>
          <p:cNvPicPr>
            <a:picLocks noChangeAspect="1"/>
          </p:cNvPicPr>
          <p:nvPr userDrawn="1"/>
        </p:nvPicPr>
        <p:blipFill>
          <a:blip r:embed="rId3" cstate="print"/>
          <a:stretch>
            <a:fillRect/>
          </a:stretch>
        </p:blipFill>
        <p:spPr>
          <a:xfrm>
            <a:off x="10330730" y="141139"/>
            <a:ext cx="1620665" cy="32059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sz="2800" baseline="0">
                <a:solidFill>
                  <a:schemeClr val="tx2"/>
                </a:solidFill>
              </a:defRPr>
            </a:lvl1pPr>
          </a:lstStyle>
          <a:p>
            <a:r>
              <a:rPr lang="en-US"/>
              <a:t>Click to edit Master title style</a:t>
            </a:r>
            <a:endParaRPr lang="en-US" dirty="0"/>
          </a:p>
        </p:txBody>
      </p:sp>
      <p:sp>
        <p:nvSpPr>
          <p:cNvPr id="3" name="Content"/>
          <p:cNvSpPr>
            <a:spLocks noGrp="1"/>
          </p:cNvSpPr>
          <p:nvPr>
            <p:ph idx="1"/>
          </p:nvPr>
        </p:nvSpPr>
        <p:spPr>
          <a:xfrm>
            <a:off x="609602" y="1600200"/>
            <a:ext cx="10769600" cy="4648200"/>
          </a:xfrm>
        </p:spPr>
        <p:txBody>
          <a:bodyPr/>
          <a:lstStyle>
            <a:lvl1pPr>
              <a:buSzPct val="75000"/>
              <a:defRPr sz="2400"/>
            </a:lvl1pPr>
            <a:lvl2pPr>
              <a:lnSpc>
                <a:spcPct val="105000"/>
              </a:lnSpc>
              <a:defRPr sz="2000"/>
            </a:lvl2pPr>
            <a:lvl3pPr>
              <a:lnSpc>
                <a:spcPct val="105000"/>
              </a:lnSpc>
              <a:buSzPct val="75000"/>
              <a:defRPr sz="1604"/>
            </a:lvl3pPr>
            <a:lvl4pPr>
              <a:lnSpc>
                <a:spcPct val="105000"/>
              </a:lnSpc>
              <a:defRPr/>
            </a:lvl4pPr>
            <a:lvl5pPr>
              <a:lnSpc>
                <a:spcPct val="105000"/>
              </a:lnSpc>
              <a:defRPr/>
            </a:lvl5p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p>
            <a:r>
              <a:rPr lang="en-US"/>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eature">
    <p:spTree>
      <p:nvGrpSpPr>
        <p:cNvPr id="1" name=""/>
        <p:cNvGrpSpPr/>
        <p:nvPr/>
      </p:nvGrpSpPr>
      <p:grpSpPr>
        <a:xfrm>
          <a:off x="0" y="0"/>
          <a:ext cx="0" cy="0"/>
          <a:chOff x="0" y="0"/>
          <a:chExt cx="0" cy="0"/>
        </a:xfrm>
      </p:grpSpPr>
      <p:sp>
        <p:nvSpPr>
          <p:cNvPr id="10" name="Title"/>
          <p:cNvSpPr>
            <a:spLocks noGrp="1"/>
          </p:cNvSpPr>
          <p:nvPr>
            <p:ph type="title"/>
          </p:nvPr>
        </p:nvSpPr>
        <p:spPr>
          <a:xfrm>
            <a:off x="609600" y="457200"/>
            <a:ext cx="9448800" cy="990600"/>
          </a:xfrm>
        </p:spPr>
        <p:txBody>
          <a:bodyPr anchor="t" anchorCtr="0"/>
          <a:lstStyle>
            <a:lvl1pPr algn="l">
              <a:defRPr sz="2800" b="0" i="0">
                <a:solidFill>
                  <a:schemeClr val="tx2"/>
                </a:solidFill>
              </a:defRPr>
            </a:lvl1pPr>
          </a:lstStyle>
          <a:p>
            <a:r>
              <a:rPr lang="en-US"/>
              <a:t>Click to edit Master title style</a:t>
            </a:r>
            <a:endParaRPr lang="en-US" dirty="0"/>
          </a:p>
        </p:txBody>
      </p:sp>
      <p:sp>
        <p:nvSpPr>
          <p:cNvPr id="11" name="Content"/>
          <p:cNvSpPr>
            <a:spLocks noGrp="1"/>
          </p:cNvSpPr>
          <p:nvPr>
            <p:ph sz="half" idx="10" hasCustomPrompt="1"/>
          </p:nvPr>
        </p:nvSpPr>
        <p:spPr>
          <a:xfrm>
            <a:off x="609601" y="2819400"/>
            <a:ext cx="5080001" cy="3200400"/>
          </a:xfrm>
        </p:spPr>
        <p:txBody>
          <a:bodyPr/>
          <a:lstStyle>
            <a:lvl1pPr>
              <a:buClr>
                <a:srgbClr val="125687"/>
              </a:buClr>
              <a:buSzTx/>
              <a:defRPr sz="1800" baseline="0"/>
            </a:lvl1pPr>
            <a:lvl2pPr>
              <a:defRPr sz="1604"/>
            </a:lvl2pPr>
            <a:lvl3pPr>
              <a:buNone/>
              <a:defRPr sz="1604"/>
            </a:lvl3pPr>
            <a:lvl4pPr>
              <a:defRPr sz="1805"/>
            </a:lvl4pPr>
            <a:lvl5pPr>
              <a:defRPr sz="1805"/>
            </a:lvl5pPr>
            <a:lvl6pPr>
              <a:defRPr sz="1805"/>
            </a:lvl6pPr>
            <a:lvl7pPr>
              <a:defRPr sz="1805"/>
            </a:lvl7pPr>
            <a:lvl8pPr>
              <a:defRPr sz="1805"/>
            </a:lvl8pPr>
            <a:lvl9pPr>
              <a:defRPr sz="1805"/>
            </a:lvl9pPr>
          </a:lstStyle>
          <a:p>
            <a:pPr lvl="0">
              <a:buClr>
                <a:srgbClr val="125687"/>
              </a:buClr>
              <a:buSzTx/>
            </a:pPr>
            <a:r>
              <a:rPr lang="en-US" dirty="0"/>
              <a:t>Click to add b</a:t>
            </a:r>
            <a:r>
              <a:rPr lang="en-US" sz="1805" dirty="0">
                <a:solidFill>
                  <a:prstClr val="black"/>
                </a:solidFill>
              </a:rPr>
              <a:t>rief summary and benefits of feature (ideally three bullets)</a:t>
            </a:r>
          </a:p>
          <a:p>
            <a:pPr lvl="1"/>
            <a:r>
              <a:rPr lang="en-US" dirty="0"/>
              <a:t>Second level</a:t>
            </a:r>
          </a:p>
        </p:txBody>
      </p:sp>
      <p:sp>
        <p:nvSpPr>
          <p:cNvPr id="13" name="Headline"/>
          <p:cNvSpPr>
            <a:spLocks noGrp="1"/>
          </p:cNvSpPr>
          <p:nvPr>
            <p:ph type="body" sz="quarter" idx="11" hasCustomPrompt="1"/>
          </p:nvPr>
        </p:nvSpPr>
        <p:spPr>
          <a:xfrm>
            <a:off x="609601" y="1600200"/>
            <a:ext cx="5080001" cy="838200"/>
          </a:xfrm>
        </p:spPr>
        <p:txBody>
          <a:bodyPr anchor="t"/>
          <a:lstStyle>
            <a:lvl1pPr marL="0" indent="0" algn="l">
              <a:buNone/>
              <a:defRPr sz="2000" b="0" i="0" baseline="0"/>
            </a:lvl1pPr>
          </a:lstStyle>
          <a:p>
            <a:pPr lvl="0"/>
            <a:r>
              <a:rPr lang="en-US" dirty="0"/>
              <a:t>Click to add headline</a:t>
            </a:r>
            <a:r>
              <a:rPr lang="en-US" sz="2005" b="1" dirty="0">
                <a:solidFill>
                  <a:prstClr val="black"/>
                </a:solidFill>
              </a:rPr>
              <a:t> providing value of feature</a:t>
            </a:r>
            <a:endParaRPr lang="en-US" dirty="0"/>
          </a:p>
        </p:txBody>
      </p:sp>
      <p:sp>
        <p:nvSpPr>
          <p:cNvPr id="14" name="ProductName"/>
          <p:cNvSpPr>
            <a:spLocks noGrp="1"/>
          </p:cNvSpPr>
          <p:nvPr>
            <p:ph type="body" sz="half" idx="12" hasCustomPrompt="1"/>
          </p:nvPr>
        </p:nvSpPr>
        <p:spPr>
          <a:xfrm>
            <a:off x="609602" y="6172200"/>
            <a:ext cx="5473700" cy="533400"/>
          </a:xfrm>
        </p:spPr>
        <p:txBody>
          <a:bodyPr anchor="b" anchorCtr="0"/>
          <a:lstStyle>
            <a:lvl1pPr marL="230761" indent="-229170">
              <a:buClrTx/>
              <a:buSzPct val="125000"/>
              <a:buFont typeface="Courier New" pitchFamily="49" charset="0"/>
              <a:buChar char="»"/>
              <a:defRPr sz="1604" b="0">
                <a:latin typeface="Courier New" pitchFamily="49" charset="0"/>
                <a:cs typeface="Courier New" pitchFamily="49" charset="0"/>
              </a:defRPr>
            </a:lvl1pPr>
          </a:lstStyle>
          <a:p>
            <a:pPr lvl="0"/>
            <a:r>
              <a:rPr lang="en-US" dirty="0"/>
              <a:t>Click to add </a:t>
            </a:r>
            <a:r>
              <a:rPr lang="en-US" sz="1604" dirty="0" err="1">
                <a:latin typeface="Courier New" pitchFamily="49" charset="0"/>
                <a:cs typeface="Courier New" pitchFamily="49" charset="0"/>
              </a:rPr>
              <a:t>product_example_name</a:t>
            </a:r>
            <a:r>
              <a:rPr lang="en-US" sz="1604" dirty="0">
                <a:latin typeface="Courier New" pitchFamily="49" charset="0"/>
                <a:cs typeface="Courier New" pitchFamily="49" charset="0"/>
              </a:rPr>
              <a:t>.</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963084" y="1914529"/>
            <a:ext cx="10363200" cy="1362075"/>
          </a:xfrm>
        </p:spPr>
        <p:txBody>
          <a:bodyPr anchor="t"/>
          <a:lstStyle>
            <a:lvl1pPr algn="ctr">
              <a:defRPr sz="3200" b="0" cap="none">
                <a:solidFill>
                  <a:schemeClr val="tx2"/>
                </a:solidFill>
              </a:defRPr>
            </a:lvl1pPr>
          </a:lstStyle>
          <a:p>
            <a:r>
              <a:rPr lang="en-US" dirty="0"/>
              <a:t>Click to edit Section Header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a:solidFill>
                  <a:schemeClr val="tx2"/>
                </a:solidFill>
              </a:defRPr>
            </a:lvl1pPr>
          </a:lstStyle>
          <a:p>
            <a:r>
              <a:rPr lang="en-US"/>
              <a:t>Click to edit Master title style</a:t>
            </a:r>
            <a:endParaRPr lang="en-US" dirty="0"/>
          </a:p>
        </p:txBody>
      </p:sp>
      <p:sp>
        <p:nvSpPr>
          <p:cNvPr id="3" name="LeftContent"/>
          <p:cNvSpPr>
            <a:spLocks noGrp="1"/>
          </p:cNvSpPr>
          <p:nvPr>
            <p:ph sz="half" idx="1"/>
          </p:nvPr>
        </p:nvSpPr>
        <p:spPr>
          <a:xfrm>
            <a:off x="609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
        <p:nvSpPr>
          <p:cNvPr id="4" name="RightContent"/>
          <p:cNvSpPr>
            <a:spLocks noGrp="1"/>
          </p:cNvSpPr>
          <p:nvPr>
            <p:ph sz="half" idx="2"/>
          </p:nvPr>
        </p:nvSpPr>
        <p:spPr>
          <a:xfrm>
            <a:off x="6197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Content"/>
          <p:cNvSpPr txBox="1">
            <a:spLocks noChangeArrowheads="1"/>
          </p:cNvSpPr>
          <p:nvPr userDrawn="1"/>
        </p:nvSpPr>
        <p:spPr bwMode="auto">
          <a:xfrm>
            <a:off x="607484" y="1600200"/>
            <a:ext cx="10765536" cy="4648200"/>
          </a:xfrm>
          <a:prstGeom prst="rect">
            <a:avLst/>
          </a:prstGeom>
          <a:noFill/>
          <a:ln w="9525">
            <a:noFill/>
            <a:miter lim="800000"/>
            <a:headEnd/>
            <a:tailEnd/>
          </a:ln>
          <a:effectLst/>
        </p:spPr>
        <p:txBody>
          <a:bodyPr wrap="none"/>
          <a:lstStyle/>
          <a:p>
            <a:pPr marL="342164" lvl="0" indent="-342164">
              <a:buClr>
                <a:schemeClr val="tx2"/>
              </a:buClr>
              <a:buSzPct val="75000"/>
              <a:buFont typeface="Wingdings" pitchFamily="2" charset="2"/>
              <a:buChar char="§"/>
              <a:tabLst>
                <a:tab pos="458340" algn="l"/>
              </a:tabLst>
            </a:pPr>
            <a:r>
              <a:rPr lang="en-US" sz="2400" dirty="0">
                <a:latin typeface="Arial" pitchFamily="34" charset="0"/>
                <a:cs typeface="Arial" pitchFamily="34" charset="0"/>
              </a:rPr>
              <a:t>Edit</a:t>
            </a:r>
            <a:r>
              <a:rPr lang="en-US" sz="2400" baseline="0" dirty="0">
                <a:latin typeface="Arial" pitchFamily="34" charset="0"/>
                <a:cs typeface="Arial" pitchFamily="34" charset="0"/>
              </a:rPr>
              <a:t> in Slide Master view to e</a:t>
            </a:r>
            <a:r>
              <a:rPr lang="en-US" sz="2400" dirty="0">
                <a:latin typeface="Arial" pitchFamily="34" charset="0"/>
                <a:cs typeface="Arial" pitchFamily="34" charset="0"/>
              </a:rPr>
              <a:t>nter agenda items</a:t>
            </a:r>
          </a:p>
          <a:p>
            <a:pPr marL="342164" lvl="0" indent="-342164">
              <a:buClr>
                <a:schemeClr val="tx2"/>
              </a:buClr>
              <a:buSzPct val="75000"/>
              <a:buFont typeface="Wingdings" pitchFamily="2" charset="2"/>
              <a:buChar char="§"/>
              <a:tabLst>
                <a:tab pos="458340" algn="l"/>
              </a:tabLst>
            </a:pPr>
            <a:r>
              <a:rPr lang="en-US" sz="2400" dirty="0">
                <a:latin typeface="Arial" pitchFamily="34" charset="0"/>
                <a:cs typeface="Arial" pitchFamily="34" charset="0"/>
              </a:rPr>
              <a:t>Bullet 2</a:t>
            </a:r>
          </a:p>
          <a:p>
            <a:pPr marL="342164" lvl="0" indent="-342164">
              <a:buClr>
                <a:schemeClr val="tx2"/>
              </a:buClr>
              <a:buSzPct val="75000"/>
              <a:buFont typeface="Wingdings" pitchFamily="2" charset="2"/>
              <a:buChar char="§"/>
              <a:tabLst>
                <a:tab pos="458340" algn="l"/>
              </a:tabLst>
            </a:pPr>
            <a:r>
              <a:rPr lang="en-US" sz="2400" dirty="0">
                <a:latin typeface="Arial" pitchFamily="34" charset="0"/>
                <a:cs typeface="Arial" pitchFamily="34" charset="0"/>
              </a:rPr>
              <a:t>Bullet</a:t>
            </a:r>
            <a:r>
              <a:rPr lang="en-US" sz="2400" baseline="0" dirty="0">
                <a:latin typeface="Arial" pitchFamily="34" charset="0"/>
                <a:cs typeface="Arial" pitchFamily="34" charset="0"/>
              </a:rPr>
              <a:t> 3</a:t>
            </a:r>
          </a:p>
          <a:p>
            <a:pPr marL="342164" lvl="0" indent="-342164">
              <a:buClr>
                <a:schemeClr val="tx2"/>
              </a:buClr>
              <a:buSzPct val="75000"/>
              <a:buFont typeface="Wingdings" pitchFamily="2" charset="2"/>
              <a:buChar char="§"/>
              <a:tabLst>
                <a:tab pos="458340" algn="l"/>
              </a:tabLst>
            </a:pPr>
            <a:r>
              <a:rPr lang="en-US" sz="2400" baseline="0" dirty="0">
                <a:latin typeface="Arial" pitchFamily="34" charset="0"/>
                <a:cs typeface="Arial" pitchFamily="34" charset="0"/>
              </a:rPr>
              <a:t>Bullet 4</a:t>
            </a:r>
          </a:p>
          <a:p>
            <a:pPr marL="342164" lvl="0" indent="-342164">
              <a:buClr>
                <a:schemeClr val="tx2"/>
              </a:buClr>
              <a:buSzPct val="75000"/>
              <a:buFont typeface="Wingdings" pitchFamily="2" charset="2"/>
              <a:buChar char="§"/>
              <a:tabLst>
                <a:tab pos="458340" algn="l"/>
              </a:tabLst>
            </a:pPr>
            <a:endParaRPr lang="en-US" sz="2400" dirty="0">
              <a:latin typeface="Arial" pitchFamily="34" charset="0"/>
              <a:cs typeface="Arial" pitchFamily="34" charset="0"/>
            </a:endParaRPr>
          </a:p>
        </p:txBody>
      </p:sp>
      <p:sp>
        <p:nvSpPr>
          <p:cNvPr id="5" name="Title"/>
          <p:cNvSpPr txBox="1">
            <a:spLocks noChangeArrowheads="1"/>
          </p:cNvSpPr>
          <p:nvPr userDrawn="1"/>
        </p:nvSpPr>
        <p:spPr bwMode="auto">
          <a:xfrm>
            <a:off x="607484" y="464695"/>
            <a:ext cx="10765536" cy="1143000"/>
          </a:xfrm>
          <a:prstGeom prst="rect">
            <a:avLst/>
          </a:prstGeom>
          <a:noFill/>
          <a:ln w="9525">
            <a:noFill/>
            <a:miter lim="800000"/>
            <a:headEnd/>
            <a:tailEnd/>
          </a:ln>
          <a:effectLst/>
        </p:spPr>
        <p:txBody>
          <a:bodyPr wrap="none"/>
          <a:lstStyle/>
          <a:p>
            <a:pPr marL="0" marR="0" indent="0" algn="l" defTabSz="916680" rtl="0" eaLnBrk="1" fontAlgn="auto" latinLnBrk="0" hangingPunct="1">
              <a:lnSpc>
                <a:spcPct val="100000"/>
              </a:lnSpc>
              <a:spcBef>
                <a:spcPts val="0"/>
              </a:spcBef>
              <a:spcAft>
                <a:spcPts val="0"/>
              </a:spcAft>
              <a:buClrTx/>
              <a:buSzTx/>
              <a:buFontTx/>
              <a:buNone/>
              <a:tabLst/>
              <a:defRPr/>
            </a:pPr>
            <a:r>
              <a:rPr lang="en-US" sz="2800" b="0" dirty="0">
                <a:solidFill>
                  <a:schemeClr val="tx2"/>
                </a:solidFill>
                <a:latin typeface="Arial" pitchFamily="34" charset="0"/>
                <a:cs typeface="Arial" pitchFamily="34" charset="0"/>
              </a:rPr>
              <a:t>Edit in Slide</a:t>
            </a:r>
            <a:r>
              <a:rPr lang="en-US" sz="2800" b="0" baseline="0" dirty="0">
                <a:solidFill>
                  <a:schemeClr val="tx2"/>
                </a:solidFill>
                <a:latin typeface="Arial" pitchFamily="34" charset="0"/>
                <a:cs typeface="Arial" pitchFamily="34" charset="0"/>
              </a:rPr>
              <a:t> Master view to e</a:t>
            </a:r>
            <a:r>
              <a:rPr lang="en-US" sz="2800" b="0" dirty="0">
                <a:solidFill>
                  <a:schemeClr val="tx2"/>
                </a:solidFill>
                <a:latin typeface="Arial" pitchFamily="34" charset="0"/>
                <a:cs typeface="Arial" pitchFamily="34" charset="0"/>
              </a:rPr>
              <a:t>nter agenda</a:t>
            </a:r>
            <a:r>
              <a:rPr lang="en-US" sz="2800" b="0" baseline="0" dirty="0">
                <a:solidFill>
                  <a:schemeClr val="tx2"/>
                </a:solidFill>
                <a:latin typeface="Arial" pitchFamily="34" charset="0"/>
                <a:cs typeface="Arial" pitchFamily="34" charset="0"/>
              </a:rPr>
              <a:t> title</a:t>
            </a:r>
            <a:endParaRPr lang="en-US" sz="2800" b="0" dirty="0">
              <a:solidFill>
                <a:schemeClr val="tx2"/>
              </a:solidFill>
              <a:latin typeface="Arial" pitchFamily="34" charset="0"/>
              <a:cs typeface="Arial"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a:prstGeom prst="rect">
            <a:avLst/>
          </a:prstGeom>
        </p:spPr>
        <p:txBody>
          <a:bodyPr vert="horz" lIns="91440" tIns="45720" rIns="91440" bIns="45720" rtlCol="0" anchor="t" anchorCtr="0">
            <a:noAutofit/>
          </a:bodyPr>
          <a:lstStyle/>
          <a:p>
            <a:r>
              <a:rPr lang="en-US"/>
              <a:t>Click to edit Master title style</a:t>
            </a:r>
            <a:endParaRPr lang="en-US" dirty="0"/>
          </a:p>
        </p:txBody>
      </p:sp>
      <p:sp>
        <p:nvSpPr>
          <p:cNvPr id="3" name="Content"/>
          <p:cNvSpPr>
            <a:spLocks noGrp="1"/>
          </p:cNvSpPr>
          <p:nvPr>
            <p:ph type="body" idx="1"/>
          </p:nvPr>
        </p:nvSpPr>
        <p:spPr>
          <a:xfrm>
            <a:off x="609602" y="1600200"/>
            <a:ext cx="10769600" cy="4648200"/>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p:txBody>
      </p:sp>
      <p:sp>
        <p:nvSpPr>
          <p:cNvPr id="8" name="SlideNumber"/>
          <p:cNvSpPr/>
          <p:nvPr/>
        </p:nvSpPr>
        <p:spPr>
          <a:xfrm>
            <a:off x="11582400" y="6484954"/>
            <a:ext cx="609600" cy="381001"/>
          </a:xfrm>
          <a:prstGeom prst="rect">
            <a:avLst/>
          </a:prstGeom>
          <a:noFill/>
          <a:ln w="12700">
            <a:noFill/>
          </a:ln>
        </p:spPr>
        <p:txBody>
          <a:bodyPr wrap="square" anchor="ctr">
            <a:noAutofit/>
          </a:bodyPr>
          <a:lstStyle/>
          <a:p>
            <a:pPr algn="ctr"/>
            <a:fld id="{47FBD1EF-0801-4063-B668-C71608ACC70F}" type="slidenum">
              <a:rPr kumimoji="0" lang="en-US" sz="1203" b="1" i="0" u="none" strike="noStrike" kern="1200" cap="none" spc="0" normalizeH="0" baseline="0" noProof="0" smtClean="0">
                <a:ln>
                  <a:noFill/>
                </a:ln>
                <a:solidFill>
                  <a:schemeClr val="tx2"/>
                </a:solidFill>
                <a:effectLst/>
                <a:uLnTx/>
                <a:uFillTx/>
                <a:latin typeface="Arial" pitchFamily="34" charset="0"/>
                <a:ea typeface="+mn-ea"/>
                <a:cs typeface="Arial" pitchFamily="34" charset="0"/>
              </a:rPr>
              <a:pPr algn="ctr"/>
              <a:t>‹#›</a:t>
            </a:fld>
            <a:endParaRPr lang="en-US" sz="1203" b="1" dirty="0">
              <a:solidFill>
                <a:schemeClr val="tx2"/>
              </a:solidFill>
            </a:endParaRPr>
          </a:p>
        </p:txBody>
      </p:sp>
      <p:pic>
        <p:nvPicPr>
          <p:cNvPr id="12" name="Logo" descr="logo647.png"/>
          <p:cNvPicPr>
            <a:picLocks noChangeAspect="1"/>
          </p:cNvPicPr>
          <p:nvPr/>
        </p:nvPicPr>
        <p:blipFill>
          <a:blip r:embed="rId10" cstate="print"/>
          <a:stretch>
            <a:fillRect/>
          </a:stretch>
        </p:blipFill>
        <p:spPr>
          <a:xfrm>
            <a:off x="10679339" y="23675"/>
            <a:ext cx="1327516" cy="360269"/>
          </a:xfrm>
          <a:prstGeom prst="rect">
            <a:avLst/>
          </a:prstGeom>
          <a:noFill/>
          <a:ln>
            <a:noFill/>
          </a:ln>
        </p:spPr>
      </p:pic>
      <p:cxnSp>
        <p:nvCxnSpPr>
          <p:cNvPr id="13" name="Line"/>
          <p:cNvCxnSpPr/>
          <p:nvPr/>
        </p:nvCxnSpPr>
        <p:spPr>
          <a:xfrm rot="10800000" flipV="1">
            <a:off x="229170" y="176521"/>
            <a:ext cx="10297392" cy="211602"/>
          </a:xfrm>
          <a:prstGeom prst="bentConnector3">
            <a:avLst>
              <a:gd name="adj1" fmla="val 100013"/>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9" r:id="rId4"/>
    <p:sldLayoutId id="2147483663" r:id="rId5"/>
    <p:sldLayoutId id="2147483651" r:id="rId6"/>
    <p:sldLayoutId id="2147483652" r:id="rId7"/>
    <p:sldLayoutId id="2147483664" r:id="rId8"/>
  </p:sldLayoutIdLst>
  <p:hf hdr="0" ftr="0" dt="0"/>
  <p:txStyles>
    <p:titleStyle>
      <a:lvl1pPr algn="l" defTabSz="916680" rtl="0" eaLnBrk="1" latinLnBrk="0" hangingPunct="1">
        <a:spcBef>
          <a:spcPct val="0"/>
        </a:spcBef>
        <a:buNone/>
        <a:defRPr sz="2800" b="0" kern="1200">
          <a:solidFill>
            <a:schemeClr val="tx2"/>
          </a:solidFill>
          <a:latin typeface="Arial" pitchFamily="34" charset="0"/>
          <a:ea typeface="+mj-ea"/>
          <a:cs typeface="Arial" pitchFamily="34" charset="0"/>
        </a:defRPr>
      </a:lvl1pPr>
    </p:titleStyle>
    <p:bodyStyle>
      <a:lvl1pPr marL="343755" indent="-343755" algn="l" defTabSz="916680" rtl="0" eaLnBrk="1" latinLnBrk="0" hangingPunct="1">
        <a:spcBef>
          <a:spcPct val="20000"/>
        </a:spcBef>
        <a:buClr>
          <a:schemeClr val="tx2"/>
        </a:buClr>
        <a:buSzPct val="75000"/>
        <a:buFont typeface="Wingdings" pitchFamily="2" charset="2"/>
        <a:buChar char="§"/>
        <a:defRPr sz="2400" kern="1200">
          <a:solidFill>
            <a:schemeClr val="tx1"/>
          </a:solidFill>
          <a:latin typeface="Arial" pitchFamily="34" charset="0"/>
          <a:ea typeface="+mn-ea"/>
          <a:cs typeface="Arial" pitchFamily="34" charset="0"/>
        </a:defRPr>
      </a:lvl1pPr>
      <a:lvl2pPr marL="744802" indent="-286462" algn="l" defTabSz="916680" rtl="0" eaLnBrk="1" latinLnBrk="0" hangingPunct="1">
        <a:spcBef>
          <a:spcPct val="20000"/>
        </a:spcBef>
        <a:buClr>
          <a:schemeClr val="tx2"/>
        </a:buClr>
        <a:buFont typeface="Arial" pitchFamily="34" charset="0"/>
        <a:buChar char="–"/>
        <a:defRPr sz="2000" kern="1200">
          <a:solidFill>
            <a:schemeClr val="tx1"/>
          </a:solidFill>
          <a:latin typeface="Arial" pitchFamily="34" charset="0"/>
          <a:ea typeface="+mn-ea"/>
          <a:cs typeface="Arial" pitchFamily="34" charset="0"/>
        </a:defRPr>
      </a:lvl2pPr>
      <a:lvl3pPr marL="1145850" indent="-229170" algn="l" defTabSz="916680" rtl="0" eaLnBrk="1" latinLnBrk="0" hangingPunct="1">
        <a:spcBef>
          <a:spcPct val="20000"/>
        </a:spcBef>
        <a:buClr>
          <a:schemeClr val="tx2"/>
        </a:buClr>
        <a:buSzPct val="75000"/>
        <a:buFont typeface="Wingdings" pitchFamily="2" charset="2"/>
        <a:buChar char="§"/>
        <a:defRPr sz="1604" kern="1200">
          <a:solidFill>
            <a:schemeClr val="tx1"/>
          </a:solidFill>
          <a:latin typeface="Arial" pitchFamily="34" charset="0"/>
          <a:ea typeface="+mn-ea"/>
          <a:cs typeface="Arial" pitchFamily="34" charset="0"/>
        </a:defRPr>
      </a:lvl3pPr>
      <a:lvl4pPr marL="1604190" indent="-229170" algn="l" defTabSz="916680" rtl="0" eaLnBrk="1" latinLnBrk="0" hangingPunct="1">
        <a:spcBef>
          <a:spcPct val="20000"/>
        </a:spcBef>
        <a:buFont typeface="Arial" pitchFamily="34" charset="0"/>
        <a:buNone/>
        <a:defRPr sz="1604" kern="1200">
          <a:solidFill>
            <a:schemeClr val="tx1"/>
          </a:solidFill>
          <a:latin typeface="Arial" pitchFamily="34" charset="0"/>
          <a:ea typeface="+mn-ea"/>
          <a:cs typeface="Arial" pitchFamily="34" charset="0"/>
        </a:defRPr>
      </a:lvl4pPr>
      <a:lvl5pPr marL="2062531" indent="-229170" algn="l" defTabSz="916680" rtl="0" eaLnBrk="1" latinLnBrk="0" hangingPunct="1">
        <a:spcBef>
          <a:spcPct val="20000"/>
        </a:spcBef>
        <a:buClr>
          <a:schemeClr val="tx2"/>
        </a:buClr>
        <a:buFont typeface="Arial" pitchFamily="34" charset="0"/>
        <a:buChar char="»"/>
        <a:defRPr sz="1404" kern="1200">
          <a:solidFill>
            <a:schemeClr val="tx1"/>
          </a:solidFill>
          <a:latin typeface="Arial" pitchFamily="34" charset="0"/>
          <a:ea typeface="+mn-ea"/>
          <a:cs typeface="Arial" pitchFamily="34" charset="0"/>
        </a:defRPr>
      </a:lvl5pPr>
      <a:lvl6pPr marL="252087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6pPr>
      <a:lvl7pPr marL="297921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7pPr>
      <a:lvl8pPr marL="343755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8pPr>
      <a:lvl9pPr marL="389589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9pPr>
    </p:bodyStyle>
    <p:otherStyle>
      <a:defPPr>
        <a:defRPr lang="en-US"/>
      </a:defPPr>
      <a:lvl1pPr marL="0" algn="l" defTabSz="916680" rtl="0" eaLnBrk="1" latinLnBrk="0" hangingPunct="1">
        <a:defRPr sz="1805" kern="1200">
          <a:solidFill>
            <a:schemeClr val="tx1"/>
          </a:solidFill>
          <a:latin typeface="+mn-lt"/>
          <a:ea typeface="+mn-ea"/>
          <a:cs typeface="+mn-cs"/>
        </a:defRPr>
      </a:lvl1pPr>
      <a:lvl2pPr marL="458340" algn="l" defTabSz="916680" rtl="0" eaLnBrk="1" latinLnBrk="0" hangingPunct="1">
        <a:defRPr sz="1805" kern="1200">
          <a:solidFill>
            <a:schemeClr val="tx1"/>
          </a:solidFill>
          <a:latin typeface="+mn-lt"/>
          <a:ea typeface="+mn-ea"/>
          <a:cs typeface="+mn-cs"/>
        </a:defRPr>
      </a:lvl2pPr>
      <a:lvl3pPr marL="916680" algn="l" defTabSz="916680" rtl="0" eaLnBrk="1" latinLnBrk="0" hangingPunct="1">
        <a:defRPr sz="1805" kern="1200">
          <a:solidFill>
            <a:schemeClr val="tx1"/>
          </a:solidFill>
          <a:latin typeface="+mn-lt"/>
          <a:ea typeface="+mn-ea"/>
          <a:cs typeface="+mn-cs"/>
        </a:defRPr>
      </a:lvl3pPr>
      <a:lvl4pPr marL="1375020" algn="l" defTabSz="916680" rtl="0" eaLnBrk="1" latinLnBrk="0" hangingPunct="1">
        <a:defRPr sz="1805" kern="1200">
          <a:solidFill>
            <a:schemeClr val="tx1"/>
          </a:solidFill>
          <a:latin typeface="+mn-lt"/>
          <a:ea typeface="+mn-ea"/>
          <a:cs typeface="+mn-cs"/>
        </a:defRPr>
      </a:lvl4pPr>
      <a:lvl5pPr marL="1833361" algn="l" defTabSz="916680" rtl="0" eaLnBrk="1" latinLnBrk="0" hangingPunct="1">
        <a:defRPr sz="1805" kern="1200">
          <a:solidFill>
            <a:schemeClr val="tx1"/>
          </a:solidFill>
          <a:latin typeface="+mn-lt"/>
          <a:ea typeface="+mn-ea"/>
          <a:cs typeface="+mn-cs"/>
        </a:defRPr>
      </a:lvl5pPr>
      <a:lvl6pPr marL="2291701" algn="l" defTabSz="916680" rtl="0" eaLnBrk="1" latinLnBrk="0" hangingPunct="1">
        <a:defRPr sz="1805" kern="1200">
          <a:solidFill>
            <a:schemeClr val="tx1"/>
          </a:solidFill>
          <a:latin typeface="+mn-lt"/>
          <a:ea typeface="+mn-ea"/>
          <a:cs typeface="+mn-cs"/>
        </a:defRPr>
      </a:lvl6pPr>
      <a:lvl7pPr marL="2750041" algn="l" defTabSz="916680" rtl="0" eaLnBrk="1" latinLnBrk="0" hangingPunct="1">
        <a:defRPr sz="1805" kern="1200">
          <a:solidFill>
            <a:schemeClr val="tx1"/>
          </a:solidFill>
          <a:latin typeface="+mn-lt"/>
          <a:ea typeface="+mn-ea"/>
          <a:cs typeface="+mn-cs"/>
        </a:defRPr>
      </a:lvl7pPr>
      <a:lvl8pPr marL="3208381" algn="l" defTabSz="916680" rtl="0" eaLnBrk="1" latinLnBrk="0" hangingPunct="1">
        <a:defRPr sz="1805" kern="1200">
          <a:solidFill>
            <a:schemeClr val="tx1"/>
          </a:solidFill>
          <a:latin typeface="+mn-lt"/>
          <a:ea typeface="+mn-ea"/>
          <a:cs typeface="+mn-cs"/>
        </a:defRPr>
      </a:lvl8pPr>
      <a:lvl9pPr marL="3666721" algn="l" defTabSz="916680" rtl="0" eaLnBrk="1" latinLnBrk="0" hangingPunct="1">
        <a:defRPr sz="18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svg"/></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parula.mathworks.com/" TargetMode="External"/><Relationship Id="rId2" Type="http://schemas.openxmlformats.org/officeDocument/2006/relationships/image" Target="../media/image8.png"/><Relationship Id="rId1" Type="http://schemas.openxmlformats.org/officeDocument/2006/relationships/slideLayout" Target="../slideLayouts/slideLayout3.xml"/><Relationship Id="rId6" Type="http://schemas.openxmlformats.org/officeDocument/2006/relationships/hyperlink" Target="https://mathworks.sharepoint.com/:p:/r/sites/emktg_creative_ext/Templates/diagrams-illustrations/Technical-and-Workflow-Diagram-Toolkit.pptx?d=w25edabe77b814005b5a80c069907f812&amp;csf=1&amp;web=1&amp;e=GW0TJT" TargetMode="External"/><Relationship Id="rId5" Type="http://schemas.openxmlformats.org/officeDocument/2006/relationships/hyperlink" Target="https://assets.mathworks.com/images.html" TargetMode="External"/><Relationship Id="rId4" Type="http://schemas.openxmlformats.org/officeDocument/2006/relationships/hyperlink" Target="https://mathworks.sharepoint.com/:w:/s/marketing/emktg_creative/cs/csm/EToMLRsnVmFDoPr99PA677ABYz7Hh3YBXQY0WiCQmK26sQ"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hyperlink" Target="https://mathworks.sharepoint.com/:p:/r/sites/emktg_creative_ext/Templates/diagrams-illustrations/Technical-and-Workflow-Diagram-Toolkit.potx?d=w0ae4ff4a25aa477199414f59b3738ed1&amp;csf=1&amp;web=1&amp;e=3o5yn0" TargetMode="External"/><Relationship Id="rId7" Type="http://schemas.openxmlformats.org/officeDocument/2006/relationships/image" Target="../media/image15.svg"/><Relationship Id="rId2" Type="http://schemas.openxmlformats.org/officeDocument/2006/relationships/hyperlink" Target="https://mathworks.sharepoint.com/:p:/r/sites/emktg_creative_ext/Resources/technical-illustrations/illustration-guide.pptx?d=w14d4abe3974741fe989f75b930f302d0&amp;csf=1&amp;web=1&amp;e=7sL0hM" TargetMode="External"/><Relationship Id="rId1" Type="http://schemas.openxmlformats.org/officeDocument/2006/relationships/slideLayout" Target="../slideLayouts/slideLayout3.xml"/><Relationship Id="rId6" Type="http://schemas.openxmlformats.org/officeDocument/2006/relationships/image" Target="../media/image14.svg"/><Relationship Id="rId11" Type="http://schemas.openxmlformats.org/officeDocument/2006/relationships/image" Target="../media/image17.png"/><Relationship Id="rId5" Type="http://schemas.openxmlformats.org/officeDocument/2006/relationships/image" Target="../media/image13.svg"/><Relationship Id="rId10" Type="http://schemas.openxmlformats.org/officeDocument/2006/relationships/hyperlink" Target="https://iconidcatalog.mathworks.com/" TargetMode="External"/><Relationship Id="rId4" Type="http://schemas.openxmlformats.org/officeDocument/2006/relationships/image" Target="../media/image12.png"/><Relationship Id="rId9" Type="http://schemas.openxmlformats.org/officeDocument/2006/relationships/hyperlink" Target="https://iconrepository.mathworks.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parula.mathworks.com/foundation/color/color-for-brand/"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https://training-services-utilities.insidelabspages.mathworks.com/asset-browser/?viewUndistributable=true&amp;orderBy=assetFileName&amp;searchString=time</a:t>
            </a:r>
            <a:endParaRPr lang="en-US" dirty="0"/>
          </a:p>
        </p:txBody>
      </p:sp>
      <p:pic>
        <p:nvPicPr>
          <p:cNvPr id="7" name="Graphic 6" descr="Brain in head outline">
            <a:extLst>
              <a:ext uri="{FF2B5EF4-FFF2-40B4-BE49-F238E27FC236}">
                <a16:creationId xmlns:a16="http://schemas.microsoft.com/office/drawing/2014/main" id="{DACFEB6D-0521-8F02-6555-089B69B700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38800" y="2971800"/>
            <a:ext cx="914400" cy="914400"/>
          </a:xfrm>
          <a:prstGeom prst="rect">
            <a:avLst/>
          </a:prstGeom>
        </p:spPr>
      </p:pic>
      <p:pic>
        <p:nvPicPr>
          <p:cNvPr id="9" name="Graphic 8" descr="Car with solid fill">
            <a:extLst>
              <a:ext uri="{FF2B5EF4-FFF2-40B4-BE49-F238E27FC236}">
                <a16:creationId xmlns:a16="http://schemas.microsoft.com/office/drawing/2014/main" id="{EC1DEE17-BBD1-57FD-D3E2-C4DB0683D6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95600" y="2286000"/>
            <a:ext cx="914400" cy="914400"/>
          </a:xfrm>
          <a:prstGeom prst="rect">
            <a:avLst/>
          </a:prstGeom>
        </p:spPr>
      </p:pic>
      <p:pic>
        <p:nvPicPr>
          <p:cNvPr id="11" name="Graphic 10" descr="Magnifying glass with solid fill">
            <a:extLst>
              <a:ext uri="{FF2B5EF4-FFF2-40B4-BE49-F238E27FC236}">
                <a16:creationId xmlns:a16="http://schemas.microsoft.com/office/drawing/2014/main" id="{F4E196A0-34FF-506A-B8E3-9487CF6615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05400" y="1295400"/>
            <a:ext cx="914400" cy="914400"/>
          </a:xfrm>
          <a:prstGeom prst="rect">
            <a:avLst/>
          </a:prstGeom>
        </p:spPr>
      </p:pic>
      <p:sp>
        <p:nvSpPr>
          <p:cNvPr id="13" name="Subtitle 12">
            <a:extLst>
              <a:ext uri="{FF2B5EF4-FFF2-40B4-BE49-F238E27FC236}">
                <a16:creationId xmlns:a16="http://schemas.microsoft.com/office/drawing/2014/main" id="{2342C81A-AEBD-70B2-2EBE-192178B54C60}"/>
              </a:ext>
            </a:extLst>
          </p:cNvPr>
          <p:cNvSpPr>
            <a:spLocks noGrp="1"/>
          </p:cNvSpPr>
          <p:nvPr>
            <p:ph type="subTitle" idx="1"/>
          </p:nvPr>
        </p:nvSpPr>
        <p:spPr/>
        <p:txBody>
          <a:bodyPr/>
          <a:lstStyle/>
          <a:p>
            <a:endParaRPr lang="en-US"/>
          </a:p>
        </p:txBody>
      </p:sp>
      <p:pic>
        <p:nvPicPr>
          <p:cNvPr id="4" name="Picture 3">
            <a:extLst>
              <a:ext uri="{FF2B5EF4-FFF2-40B4-BE49-F238E27FC236}">
                <a16:creationId xmlns:a16="http://schemas.microsoft.com/office/drawing/2014/main" id="{48A157DF-CFDC-66EC-5E10-16A5890DF28C}"/>
              </a:ext>
            </a:extLst>
          </p:cNvPr>
          <p:cNvPicPr>
            <a:picLocks noChangeAspect="1"/>
          </p:cNvPicPr>
          <p:nvPr/>
        </p:nvPicPr>
        <p:blipFill>
          <a:blip r:embed="rId5">
            <a:duotone>
              <a:prstClr val="black"/>
              <a:srgbClr val="D9C3A5">
                <a:tint val="50000"/>
                <a:satMod val="180000"/>
              </a:srgbClr>
            </a:duotone>
            <a:extLst>
              <a:ext uri="{BEBA8EAE-BF5A-486C-A8C5-ECC9F3942E4B}">
                <a14:imgProps xmlns:a14="http://schemas.microsoft.com/office/drawing/2010/main">
                  <a14:imgLayer r:embed="rId6">
                    <a14:imgEffect>
                      <a14:artisticPhotocopy/>
                    </a14:imgEffect>
                  </a14:imgLayer>
                </a14:imgProps>
              </a:ext>
            </a:extLst>
          </a:blip>
          <a:stretch>
            <a:fillRect/>
          </a:stretch>
        </p:blipFill>
        <p:spPr>
          <a:xfrm>
            <a:off x="2266950" y="1181100"/>
            <a:ext cx="7658100" cy="4495800"/>
          </a:xfrm>
          <a:prstGeom prst="rect">
            <a:avLst/>
          </a:prstGeom>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3EC58-4A4E-1972-EB55-FA2BD6332031}"/>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A6A26B6A-016F-09B9-7017-80E764FED536}"/>
              </a:ext>
            </a:extLst>
          </p:cNvPr>
          <p:cNvGraphicFramePr>
            <a:graphicFrameLocks noGrp="1"/>
          </p:cNvGraphicFramePr>
          <p:nvPr>
            <p:ph idx="1"/>
            <p:extLst>
              <p:ext uri="{D42A27DB-BD31-4B8C-83A1-F6EECF244321}">
                <p14:modId xmlns:p14="http://schemas.microsoft.com/office/powerpoint/2010/main" val="432599748"/>
              </p:ext>
            </p:extLst>
          </p:nvPr>
        </p:nvGraphicFramePr>
        <p:xfrm>
          <a:off x="609600" y="1600200"/>
          <a:ext cx="10769600" cy="4648200"/>
        </p:xfrm>
        <a:graphic>
          <a:graphicData uri="http://schemas.openxmlformats.org/drawingml/2006/chart">
            <c:chart xmlns:c="http://schemas.openxmlformats.org/drawingml/2006/chart" xmlns:r="http://schemas.openxmlformats.org/officeDocument/2006/relationships" r:id="rId2"/>
          </a:graphicData>
        </a:graphic>
      </p:graphicFrame>
      <p:sp>
        <p:nvSpPr>
          <p:cNvPr id="6" name="Rectangle 5">
            <a:extLst>
              <a:ext uri="{FF2B5EF4-FFF2-40B4-BE49-F238E27FC236}">
                <a16:creationId xmlns:a16="http://schemas.microsoft.com/office/drawing/2014/main" id="{1BBF5764-9737-99A7-12A0-05372779A81E}"/>
              </a:ext>
            </a:extLst>
          </p:cNvPr>
          <p:cNvSpPr/>
          <p:nvPr/>
        </p:nvSpPr>
        <p:spPr>
          <a:xfrm>
            <a:off x="886326" y="5219699"/>
            <a:ext cx="5715000" cy="228601"/>
          </a:xfrm>
          <a:prstGeom prst="rect">
            <a:avLst/>
          </a:prstGeom>
          <a:solidFill>
            <a:schemeClr val="accent6">
              <a:alpha val="4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kern="1200" dirty="0"/>
              <a:t>Regression Basics</a:t>
            </a:r>
          </a:p>
        </p:txBody>
      </p:sp>
      <p:sp>
        <p:nvSpPr>
          <p:cNvPr id="7" name="Rectangle 6">
            <a:extLst>
              <a:ext uri="{FF2B5EF4-FFF2-40B4-BE49-F238E27FC236}">
                <a16:creationId xmlns:a16="http://schemas.microsoft.com/office/drawing/2014/main" id="{6CE77ED2-F01A-FF7C-B02F-4771F0641F3C}"/>
              </a:ext>
            </a:extLst>
          </p:cNvPr>
          <p:cNvSpPr/>
          <p:nvPr/>
        </p:nvSpPr>
        <p:spPr>
          <a:xfrm>
            <a:off x="2971800" y="4965030"/>
            <a:ext cx="5486400" cy="228600"/>
          </a:xfrm>
          <a:prstGeom prst="rect">
            <a:avLst/>
          </a:prstGeom>
          <a:solidFill>
            <a:schemeClr val="tx2">
              <a:alpha val="5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kern="1200" dirty="0"/>
              <a:t>Machine Learning for Regression</a:t>
            </a:r>
          </a:p>
        </p:txBody>
      </p:sp>
      <p:sp>
        <p:nvSpPr>
          <p:cNvPr id="8" name="Rectangle 7">
            <a:extLst>
              <a:ext uri="{FF2B5EF4-FFF2-40B4-BE49-F238E27FC236}">
                <a16:creationId xmlns:a16="http://schemas.microsoft.com/office/drawing/2014/main" id="{B78416F2-A56A-61F8-1C07-9D302CE77F57}"/>
              </a:ext>
            </a:extLst>
          </p:cNvPr>
          <p:cNvSpPr/>
          <p:nvPr/>
        </p:nvSpPr>
        <p:spPr>
          <a:xfrm>
            <a:off x="3124200" y="3542297"/>
            <a:ext cx="4030579" cy="228600"/>
          </a:xfrm>
          <a:prstGeom prst="rect">
            <a:avLst/>
          </a:prstGeom>
          <a:solidFill>
            <a:schemeClr val="tx2">
              <a:alpha val="5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kern="1200" dirty="0"/>
              <a:t>Machine Learning for Regression</a:t>
            </a:r>
          </a:p>
        </p:txBody>
      </p:sp>
      <p:sp>
        <p:nvSpPr>
          <p:cNvPr id="9" name="Rectangle 8">
            <a:extLst>
              <a:ext uri="{FF2B5EF4-FFF2-40B4-BE49-F238E27FC236}">
                <a16:creationId xmlns:a16="http://schemas.microsoft.com/office/drawing/2014/main" id="{7E5688DD-CE21-D856-AECC-9980A4388CE9}"/>
              </a:ext>
            </a:extLst>
          </p:cNvPr>
          <p:cNvSpPr/>
          <p:nvPr/>
        </p:nvSpPr>
        <p:spPr>
          <a:xfrm>
            <a:off x="3124200" y="3275597"/>
            <a:ext cx="4030579" cy="228600"/>
          </a:xfrm>
          <a:prstGeom prst="rect">
            <a:avLst/>
          </a:prstGeom>
          <a:solidFill>
            <a:schemeClr val="tx2">
              <a:alpha val="5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kern="1200" dirty="0"/>
              <a:t>Machine Learning for Regression</a:t>
            </a:r>
          </a:p>
        </p:txBody>
      </p:sp>
      <p:sp>
        <p:nvSpPr>
          <p:cNvPr id="10" name="Rectangle 9">
            <a:extLst>
              <a:ext uri="{FF2B5EF4-FFF2-40B4-BE49-F238E27FC236}">
                <a16:creationId xmlns:a16="http://schemas.microsoft.com/office/drawing/2014/main" id="{6605ECB2-8089-CC74-F219-DC7CC006E253}"/>
              </a:ext>
            </a:extLst>
          </p:cNvPr>
          <p:cNvSpPr/>
          <p:nvPr/>
        </p:nvSpPr>
        <p:spPr>
          <a:xfrm>
            <a:off x="3124200" y="2723148"/>
            <a:ext cx="3791953" cy="228600"/>
          </a:xfrm>
          <a:prstGeom prst="rect">
            <a:avLst/>
          </a:prstGeom>
          <a:solidFill>
            <a:schemeClr val="tx2">
              <a:alpha val="5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kern="1200" dirty="0"/>
              <a:t>Machine Learning for Regression</a:t>
            </a:r>
          </a:p>
        </p:txBody>
      </p:sp>
      <p:sp>
        <p:nvSpPr>
          <p:cNvPr id="11" name="Rectangle 10">
            <a:extLst>
              <a:ext uri="{FF2B5EF4-FFF2-40B4-BE49-F238E27FC236}">
                <a16:creationId xmlns:a16="http://schemas.microsoft.com/office/drawing/2014/main" id="{F7F897F7-E78A-7D1F-F5D5-45A67DBD7822}"/>
              </a:ext>
            </a:extLst>
          </p:cNvPr>
          <p:cNvSpPr/>
          <p:nvPr/>
        </p:nvSpPr>
        <p:spPr>
          <a:xfrm>
            <a:off x="3124200" y="2493545"/>
            <a:ext cx="3398921" cy="228600"/>
          </a:xfrm>
          <a:prstGeom prst="rect">
            <a:avLst/>
          </a:prstGeom>
          <a:solidFill>
            <a:schemeClr val="tx2">
              <a:alpha val="5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kern="1200" dirty="0"/>
              <a:t>Machine Learning for Regression</a:t>
            </a:r>
          </a:p>
        </p:txBody>
      </p:sp>
      <p:sp>
        <p:nvSpPr>
          <p:cNvPr id="13" name="Rectangle 12">
            <a:extLst>
              <a:ext uri="{FF2B5EF4-FFF2-40B4-BE49-F238E27FC236}">
                <a16:creationId xmlns:a16="http://schemas.microsoft.com/office/drawing/2014/main" id="{76BA5D11-429B-BC4A-15D9-C258A2846F58}"/>
              </a:ext>
            </a:extLst>
          </p:cNvPr>
          <p:cNvSpPr/>
          <p:nvPr/>
        </p:nvSpPr>
        <p:spPr>
          <a:xfrm>
            <a:off x="3124199" y="3770896"/>
            <a:ext cx="4030579" cy="228600"/>
          </a:xfrm>
          <a:prstGeom prst="rect">
            <a:avLst/>
          </a:prstGeom>
          <a:solidFill>
            <a:schemeClr val="tx2">
              <a:alpha val="5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kern="1200" dirty="0"/>
              <a:t>Machine Learning for Regression</a:t>
            </a:r>
          </a:p>
        </p:txBody>
      </p:sp>
    </p:spTree>
    <p:extLst>
      <p:ext uri="{BB962C8B-B14F-4D97-AF65-F5344CB8AC3E}">
        <p14:creationId xmlns:p14="http://schemas.microsoft.com/office/powerpoint/2010/main" val="2914040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592E2-D035-F4B5-7A7C-D0A085E2AA84}"/>
              </a:ext>
            </a:extLst>
          </p:cNvPr>
          <p:cNvSpPr>
            <a:spLocks noGrp="1"/>
          </p:cNvSpPr>
          <p:nvPr>
            <p:ph type="title"/>
          </p:nvPr>
        </p:nvSpPr>
        <p:spPr/>
        <p:txBody>
          <a:bodyPr/>
          <a:lstStyle/>
          <a:p>
            <a:r>
              <a:rPr lang="en-US" dirty="0"/>
              <a:t>Common Course Names</a:t>
            </a:r>
          </a:p>
        </p:txBody>
      </p:sp>
      <p:sp>
        <p:nvSpPr>
          <p:cNvPr id="6" name="Content Placeholder 5">
            <a:extLst>
              <a:ext uri="{FF2B5EF4-FFF2-40B4-BE49-F238E27FC236}">
                <a16:creationId xmlns:a16="http://schemas.microsoft.com/office/drawing/2014/main" id="{236087B9-2A25-9796-DE8C-EC728BE70977}"/>
              </a:ext>
            </a:extLst>
          </p:cNvPr>
          <p:cNvSpPr>
            <a:spLocks noGrp="1"/>
          </p:cNvSpPr>
          <p:nvPr>
            <p:ph idx="1"/>
          </p:nvPr>
        </p:nvSpPr>
        <p:spPr/>
        <p:txBody>
          <a:bodyPr/>
          <a:lstStyle/>
          <a:p>
            <a:r>
              <a:rPr lang="en-US" dirty="0"/>
              <a:t>Most titles include “Machine Learning”</a:t>
            </a:r>
          </a:p>
          <a:p>
            <a:r>
              <a:rPr lang="en-US" dirty="0"/>
              <a:t>Common variants are:</a:t>
            </a:r>
          </a:p>
          <a:p>
            <a:pPr lvl="1"/>
            <a:r>
              <a:rPr lang="en-US" dirty="0"/>
              <a:t>Introduction to Machine Learning,</a:t>
            </a:r>
          </a:p>
          <a:p>
            <a:pPr lvl="1"/>
            <a:r>
              <a:rPr lang="en-US" dirty="0"/>
              <a:t>Applied Machine Learning,</a:t>
            </a:r>
          </a:p>
          <a:p>
            <a:pPr lvl="1"/>
            <a:r>
              <a:rPr lang="en-US" dirty="0"/>
              <a:t>Biomedical data science/ML, </a:t>
            </a:r>
          </a:p>
          <a:p>
            <a:pPr lvl="1"/>
            <a:r>
              <a:rPr lang="en-US" dirty="0"/>
              <a:t>Scientific ML,</a:t>
            </a:r>
          </a:p>
          <a:p>
            <a:pPr lvl="1"/>
            <a:r>
              <a:rPr lang="en-US" dirty="0"/>
              <a:t>ML for engineering.</a:t>
            </a:r>
          </a:p>
        </p:txBody>
      </p:sp>
    </p:spTree>
    <p:extLst>
      <p:ext uri="{BB962C8B-B14F-4D97-AF65-F5344CB8AC3E}">
        <p14:creationId xmlns:p14="http://schemas.microsoft.com/office/powerpoint/2010/main" val="2128679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3EF22-0F24-D0FA-26F8-D8D46EF165F0}"/>
              </a:ext>
            </a:extLst>
          </p:cNvPr>
          <p:cNvSpPr>
            <a:spLocks noGrp="1"/>
          </p:cNvSpPr>
          <p:nvPr>
            <p:ph type="title"/>
          </p:nvPr>
        </p:nvSpPr>
        <p:spPr/>
        <p:txBody>
          <a:bodyPr/>
          <a:lstStyle/>
          <a:p>
            <a:r>
              <a:rPr lang="en-US" dirty="0"/>
              <a:t>Common Disciplines</a:t>
            </a:r>
          </a:p>
        </p:txBody>
      </p:sp>
      <p:sp>
        <p:nvSpPr>
          <p:cNvPr id="3" name="Content Placeholder 2">
            <a:extLst>
              <a:ext uri="{FF2B5EF4-FFF2-40B4-BE49-F238E27FC236}">
                <a16:creationId xmlns:a16="http://schemas.microsoft.com/office/drawing/2014/main" id="{7D64888F-A1C6-B23E-686A-C78E81686DD3}"/>
              </a:ext>
            </a:extLst>
          </p:cNvPr>
          <p:cNvSpPr>
            <a:spLocks noGrp="1"/>
          </p:cNvSpPr>
          <p:nvPr>
            <p:ph idx="1"/>
          </p:nvPr>
        </p:nvSpPr>
        <p:spPr/>
        <p:txBody>
          <a:bodyPr/>
          <a:lstStyle/>
          <a:p>
            <a:r>
              <a:rPr lang="en-US" dirty="0"/>
              <a:t>Computer Science/Computing </a:t>
            </a:r>
          </a:p>
          <a:p>
            <a:r>
              <a:rPr lang="en-US" dirty="0"/>
              <a:t>Engineering/applied engineering,</a:t>
            </a:r>
          </a:p>
          <a:p>
            <a:r>
              <a:rPr lang="en-US" dirty="0"/>
              <a:t>Statistics/math/biostatistics</a:t>
            </a:r>
            <a:r>
              <a:rPr lang="en-US"/>
              <a:t>, </a:t>
            </a:r>
          </a:p>
          <a:p>
            <a:r>
              <a:rPr lang="en-US"/>
              <a:t>Biomedical</a:t>
            </a:r>
            <a:r>
              <a:rPr lang="en-US" dirty="0"/>
              <a:t>/health sciences.</a:t>
            </a:r>
          </a:p>
        </p:txBody>
      </p:sp>
    </p:spTree>
    <p:extLst>
      <p:ext uri="{BB962C8B-B14F-4D97-AF65-F5344CB8AC3E}">
        <p14:creationId xmlns:p14="http://schemas.microsoft.com/office/powerpoint/2010/main" val="171682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descr="A picture containing dark&#10;&#10;Description automatically generated">
            <a:extLst>
              <a:ext uri="{FF2B5EF4-FFF2-40B4-BE49-F238E27FC236}">
                <a16:creationId xmlns:a16="http://schemas.microsoft.com/office/drawing/2014/main" id="{1E7A5B79-988B-F747-B715-78A6DC460171}"/>
              </a:ext>
            </a:extLst>
          </p:cNvPr>
          <p:cNvPicPr>
            <a:picLocks noChangeAspect="1"/>
          </p:cNvPicPr>
          <p:nvPr/>
        </p:nvPicPr>
        <p:blipFill>
          <a:blip r:embed="rId2">
            <a:alphaModFix amt="10000"/>
            <a:extLst>
              <a:ext uri="{28A0092B-C50C-407E-A947-70E740481C1C}">
                <a14:useLocalDpi xmlns:a14="http://schemas.microsoft.com/office/drawing/2010/main" val="0"/>
              </a:ext>
            </a:extLst>
          </a:blip>
          <a:stretch>
            <a:fillRect/>
          </a:stretch>
        </p:blipFill>
        <p:spPr>
          <a:xfrm>
            <a:off x="6096000" y="952500"/>
            <a:ext cx="5587996" cy="5015226"/>
          </a:xfrm>
          <a:prstGeom prst="rect">
            <a:avLst/>
          </a:prstGeom>
        </p:spPr>
      </p:pic>
      <p:sp>
        <p:nvSpPr>
          <p:cNvPr id="22" name="Rectangle 21">
            <a:extLst>
              <a:ext uri="{FF2B5EF4-FFF2-40B4-BE49-F238E27FC236}">
                <a16:creationId xmlns:a16="http://schemas.microsoft.com/office/drawing/2014/main" id="{E75C21C1-E1A1-8C4F-9267-3481E406FE29}"/>
              </a:ext>
            </a:extLst>
          </p:cNvPr>
          <p:cNvSpPr/>
          <p:nvPr/>
        </p:nvSpPr>
        <p:spPr>
          <a:xfrm>
            <a:off x="711202" y="3671036"/>
            <a:ext cx="6375398" cy="2007394"/>
          </a:xfrm>
          <a:prstGeom prst="rect">
            <a:avLst/>
          </a:prstGeom>
          <a:solidFill>
            <a:schemeClr val="bg1"/>
          </a:solidFill>
          <a:ln>
            <a:noFill/>
          </a:ln>
          <a:effectLst>
            <a:outerShdw blurRad="76200" dir="5400000" sx="101000" sy="101000" algn="ctr" rotWithShape="0">
              <a:srgbClr val="000000">
                <a:alpha val="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13" name="Rectangle 12">
            <a:extLst>
              <a:ext uri="{FF2B5EF4-FFF2-40B4-BE49-F238E27FC236}">
                <a16:creationId xmlns:a16="http://schemas.microsoft.com/office/drawing/2014/main" id="{7EFEB700-64A0-5F40-9996-6654B229AEA1}"/>
              </a:ext>
            </a:extLst>
          </p:cNvPr>
          <p:cNvSpPr/>
          <p:nvPr/>
        </p:nvSpPr>
        <p:spPr>
          <a:xfrm>
            <a:off x="711202" y="1429640"/>
            <a:ext cx="6375398" cy="2007394"/>
          </a:xfrm>
          <a:prstGeom prst="rect">
            <a:avLst/>
          </a:prstGeom>
          <a:solidFill>
            <a:schemeClr val="bg1"/>
          </a:solidFill>
          <a:ln>
            <a:noFill/>
          </a:ln>
          <a:effectLst>
            <a:outerShdw blurRad="76200" dir="5400000" sx="101000" sy="101000" algn="ctr" rotWithShape="0">
              <a:srgbClr val="000000">
                <a:alpha val="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2" name="Title 1">
            <a:extLst>
              <a:ext uri="{FF2B5EF4-FFF2-40B4-BE49-F238E27FC236}">
                <a16:creationId xmlns:a16="http://schemas.microsoft.com/office/drawing/2014/main" id="{1D315D53-A6D2-6544-AEEE-24573E7A7410}"/>
              </a:ext>
            </a:extLst>
          </p:cNvPr>
          <p:cNvSpPr>
            <a:spLocks noGrp="1"/>
          </p:cNvSpPr>
          <p:nvPr>
            <p:ph type="title"/>
          </p:nvPr>
        </p:nvSpPr>
        <p:spPr/>
        <p:txBody>
          <a:bodyPr/>
          <a:lstStyle/>
          <a:p>
            <a:r>
              <a:rPr lang="en-US" dirty="0"/>
              <a:t>Image Resources</a:t>
            </a:r>
          </a:p>
        </p:txBody>
      </p:sp>
      <p:sp>
        <p:nvSpPr>
          <p:cNvPr id="4" name="TextBox 3">
            <a:extLst>
              <a:ext uri="{FF2B5EF4-FFF2-40B4-BE49-F238E27FC236}">
                <a16:creationId xmlns:a16="http://schemas.microsoft.com/office/drawing/2014/main" id="{621F1E8E-46AC-0C4C-8699-DEFD4A9284A6}"/>
              </a:ext>
            </a:extLst>
          </p:cNvPr>
          <p:cNvSpPr txBox="1"/>
          <p:nvPr/>
        </p:nvSpPr>
        <p:spPr>
          <a:xfrm>
            <a:off x="1219200" y="1980312"/>
            <a:ext cx="5105400" cy="861774"/>
          </a:xfrm>
          <a:prstGeom prst="rect">
            <a:avLst/>
          </a:prstGeom>
          <a:noFill/>
        </p:spPr>
        <p:txBody>
          <a:bodyPr wrap="square" rtlCol="0">
            <a:spAutoFit/>
          </a:bodyPr>
          <a:lstStyle/>
          <a:p>
            <a:r>
              <a:rPr lang="en-US" sz="1400" dirty="0">
                <a:hlinkClick r:id="rId3"/>
              </a:rPr>
              <a:t>MathWorks Design System (</a:t>
            </a:r>
            <a:r>
              <a:rPr lang="en-US" sz="1400" dirty="0" err="1">
                <a:hlinkClick r:id="rId3"/>
              </a:rPr>
              <a:t>Parula</a:t>
            </a:r>
            <a:r>
              <a:rPr lang="en-US" sz="1400" dirty="0">
                <a:hlinkClick r:id="rId3"/>
              </a:rPr>
              <a:t>)</a:t>
            </a:r>
            <a:br>
              <a:rPr lang="en-US" sz="1200" dirty="0"/>
            </a:br>
            <a:endParaRPr lang="en-US" sz="1200" dirty="0"/>
          </a:p>
          <a:p>
            <a:r>
              <a:rPr lang="en-US" sz="1200" dirty="0"/>
              <a:t>Learn how to create content that better represents the MathWorks brand and access MathWorks logos and release and service marks.</a:t>
            </a:r>
          </a:p>
        </p:txBody>
      </p:sp>
      <p:sp>
        <p:nvSpPr>
          <p:cNvPr id="5" name="TextBox 4">
            <a:extLst>
              <a:ext uri="{FF2B5EF4-FFF2-40B4-BE49-F238E27FC236}">
                <a16:creationId xmlns:a16="http://schemas.microsoft.com/office/drawing/2014/main" id="{FE0538A8-B56F-0C44-98F0-84774CA3B8E9}"/>
              </a:ext>
            </a:extLst>
          </p:cNvPr>
          <p:cNvSpPr txBox="1"/>
          <p:nvPr/>
        </p:nvSpPr>
        <p:spPr>
          <a:xfrm>
            <a:off x="1219200" y="4222291"/>
            <a:ext cx="5486400" cy="895630"/>
          </a:xfrm>
          <a:prstGeom prst="rect">
            <a:avLst/>
          </a:prstGeom>
          <a:noFill/>
        </p:spPr>
        <p:txBody>
          <a:bodyPr wrap="square" rtlCol="0">
            <a:spAutoFit/>
          </a:bodyPr>
          <a:lstStyle/>
          <a:p>
            <a:pPr lvl="0">
              <a:lnSpc>
                <a:spcPct val="90000"/>
              </a:lnSpc>
              <a:defRPr/>
            </a:pPr>
            <a:r>
              <a:rPr lang="en-US" sz="1400" dirty="0">
                <a:hlinkClick r:id="rId4" tooltip="Finding IMages and Stock Photos"/>
              </a:rPr>
              <a:t>Best Practices for Finding Images and Stock Photos</a:t>
            </a:r>
            <a:endParaRPr lang="en-US" sz="1400" dirty="0"/>
          </a:p>
          <a:p>
            <a:pPr lvl="0">
              <a:lnSpc>
                <a:spcPct val="90000"/>
              </a:lnSpc>
              <a:defRPr/>
            </a:pPr>
            <a:endParaRPr lang="en-US" sz="2000" dirty="0"/>
          </a:p>
          <a:p>
            <a:pPr lvl="0">
              <a:lnSpc>
                <a:spcPct val="90000"/>
              </a:lnSpc>
              <a:defRPr/>
            </a:pPr>
            <a:r>
              <a:rPr lang="en-US" sz="1200" dirty="0"/>
              <a:t>Get guidelines for using the </a:t>
            </a:r>
            <a:r>
              <a:rPr lang="en-US" sz="1200" u="sng" dirty="0">
                <a:hlinkClick r:id="rId5" tooltip="https://assets.mathworks.com/images.html"/>
              </a:rPr>
              <a:t>MathWorks Asset Library</a:t>
            </a:r>
            <a:r>
              <a:rPr lang="en-US" sz="1200" dirty="0"/>
              <a:t> (with over 30k images), stock photography, illustrations, clip art, and more.</a:t>
            </a:r>
            <a:endParaRPr lang="en-US" sz="1200" dirty="0">
              <a:hlinkClick r:id="rId6"/>
            </a:endParaRPr>
          </a:p>
        </p:txBody>
      </p:sp>
      <p:sp>
        <p:nvSpPr>
          <p:cNvPr id="17" name="TextBox 16">
            <a:extLst>
              <a:ext uri="{FF2B5EF4-FFF2-40B4-BE49-F238E27FC236}">
                <a16:creationId xmlns:a16="http://schemas.microsoft.com/office/drawing/2014/main" id="{A9EB492D-671D-1A4F-B04F-5F5C23E1DCC7}"/>
              </a:ext>
            </a:extLst>
          </p:cNvPr>
          <p:cNvSpPr txBox="1"/>
          <p:nvPr/>
        </p:nvSpPr>
        <p:spPr>
          <a:xfrm>
            <a:off x="711202" y="6181045"/>
            <a:ext cx="10769601" cy="370248"/>
          </a:xfrm>
          <a:prstGeom prst="rect">
            <a:avLst/>
          </a:prstGeom>
          <a:noFill/>
        </p:spPr>
        <p:txBody>
          <a:bodyPr wrap="square" rtlCol="0">
            <a:spAutoFit/>
          </a:bodyPr>
          <a:lstStyle/>
          <a:p>
            <a:pPr algn="ctr"/>
            <a:r>
              <a:rPr lang="en-US" sz="1805" b="1" i="1" dirty="0">
                <a:solidFill>
                  <a:schemeClr val="accent1"/>
                </a:solidFill>
                <a:latin typeface="Arial" pitchFamily="34" charset="0"/>
                <a:cs typeface="Arial" pitchFamily="34" charset="0"/>
              </a:rPr>
              <a:t>V23.0</a:t>
            </a:r>
            <a:r>
              <a:rPr lang="en-US" sz="1805" i="1" dirty="0">
                <a:solidFill>
                  <a:schemeClr val="accent1"/>
                </a:solidFill>
                <a:latin typeface="Arial" pitchFamily="34" charset="0"/>
                <a:cs typeface="Arial" pitchFamily="34" charset="0"/>
              </a:rPr>
              <a:t>  Delete this slide before finalizing your presentation.</a:t>
            </a:r>
          </a:p>
        </p:txBody>
      </p:sp>
    </p:spTree>
    <p:extLst>
      <p:ext uri="{BB962C8B-B14F-4D97-AF65-F5344CB8AC3E}">
        <p14:creationId xmlns:p14="http://schemas.microsoft.com/office/powerpoint/2010/main" val="1881687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4EE52FA-E50D-FDAE-9A15-9EC85C23ECE2}"/>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55E0C633-4A66-3749-D656-E35A9C636531}"/>
              </a:ext>
            </a:extLst>
          </p:cNvPr>
          <p:cNvSpPr>
            <a:spLocks noGrp="1"/>
          </p:cNvSpPr>
          <p:nvPr>
            <p:ph sz="half" idx="1"/>
          </p:nvPr>
        </p:nvSpPr>
        <p:spPr>
          <a:xfrm>
            <a:off x="609602" y="1600200"/>
            <a:ext cx="4190998" cy="4800600"/>
          </a:xfrm>
          <a:solidFill>
            <a:schemeClr val="accent1">
              <a:lumMod val="20000"/>
              <a:lumOff val="80000"/>
            </a:schemeClr>
          </a:solidFill>
          <a:ln w="22225">
            <a:solidFill>
              <a:schemeClr val="accent1"/>
            </a:solidFill>
          </a:ln>
          <a:scene3d>
            <a:camera prst="orthographicFront"/>
            <a:lightRig rig="threePt" dir="t"/>
          </a:scene3d>
          <a:sp3d>
            <a:bevelT w="50800"/>
          </a:sp3d>
        </p:spPr>
        <p:txBody>
          <a:bodyPr/>
          <a:lstStyle/>
          <a:p>
            <a:pPr marL="0" indent="0">
              <a:buNone/>
            </a:pPr>
            <a:r>
              <a:rPr lang="en-US" dirty="0"/>
              <a:t>☐ Load data</a:t>
            </a:r>
          </a:p>
          <a:p>
            <a:pPr marL="0" indent="0">
              <a:buNone/>
            </a:pPr>
            <a:r>
              <a:rPr lang="en-US" dirty="0"/>
              <a:t>☐ Explore variables</a:t>
            </a:r>
          </a:p>
          <a:p>
            <a:pPr marL="0" indent="0">
              <a:buNone/>
            </a:pPr>
            <a:r>
              <a:rPr lang="en-US" dirty="0"/>
              <a:t>☐ Identify missing values</a:t>
            </a:r>
          </a:p>
          <a:p>
            <a:pPr marL="0" indent="0">
              <a:buNone/>
            </a:pPr>
            <a:r>
              <a:rPr lang="en-US" dirty="0"/>
              <a:t>☐ Split training/testing data</a:t>
            </a:r>
          </a:p>
          <a:p>
            <a:pPr marL="0" indent="0">
              <a:buNone/>
            </a:pPr>
            <a:r>
              <a:rPr lang="en-US" dirty="0"/>
              <a:t>☐ Visualize data quality</a:t>
            </a:r>
          </a:p>
          <a:p>
            <a:pPr marL="0" indent="0">
              <a:buNone/>
            </a:pPr>
            <a:r>
              <a:rPr lang="en-US" dirty="0"/>
              <a:t>☐ Fill missing values</a:t>
            </a:r>
          </a:p>
          <a:p>
            <a:pPr marL="0" indent="0">
              <a:buNone/>
            </a:pPr>
            <a:r>
              <a:rPr lang="en-US" dirty="0"/>
              <a:t>☐ Replace outliers</a:t>
            </a:r>
          </a:p>
          <a:p>
            <a:pPr marL="0" indent="0">
              <a:buNone/>
            </a:pPr>
            <a:r>
              <a:rPr lang="en-US" dirty="0"/>
              <a:t>☐ Normalize predictors</a:t>
            </a:r>
          </a:p>
          <a:p>
            <a:pPr marL="0" indent="0">
              <a:buNone/>
            </a:pPr>
            <a:r>
              <a:rPr lang="en-US" dirty="0"/>
              <a:t>☐ Train baseline model</a:t>
            </a:r>
          </a:p>
          <a:p>
            <a:pPr marL="0" indent="0">
              <a:buNone/>
            </a:pPr>
            <a:r>
              <a:rPr lang="en-US" dirty="0"/>
              <a:t>☐ Train preprocessed model</a:t>
            </a:r>
          </a:p>
          <a:p>
            <a:pPr marL="0" indent="0">
              <a:buNone/>
            </a:pPr>
            <a:r>
              <a:rPr lang="en-US" dirty="0"/>
              <a:t>☐ Compare RMSE</a:t>
            </a:r>
          </a:p>
          <a:p>
            <a:pPr marL="0" indent="0">
              <a:buNone/>
            </a:pPr>
            <a:endParaRPr lang="en-US" dirty="0"/>
          </a:p>
        </p:txBody>
      </p:sp>
      <p:sp>
        <p:nvSpPr>
          <p:cNvPr id="7" name="Rectangle 1">
            <a:extLst>
              <a:ext uri="{FF2B5EF4-FFF2-40B4-BE49-F238E27FC236}">
                <a16:creationId xmlns:a16="http://schemas.microsoft.com/office/drawing/2014/main" id="{5797C064-24EE-25EF-3797-91B6BB374DA6}"/>
              </a:ext>
            </a:extLst>
          </p:cNvPr>
          <p:cNvSpPr>
            <a:spLocks noGrp="1" noChangeArrowheads="1"/>
          </p:cNvSpPr>
          <p:nvPr>
            <p:ph sz="half" idx="2"/>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Loading and converting data into a timetable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Sorting observations chronologically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Auditing missing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Visualizing data quality issues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Applying imputation methods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Evaluating preprocessing effects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Preparing features for modeling </a:t>
            </a:r>
          </a:p>
        </p:txBody>
      </p:sp>
    </p:spTree>
    <p:extLst>
      <p:ext uri="{BB962C8B-B14F-4D97-AF65-F5344CB8AC3E}">
        <p14:creationId xmlns:p14="http://schemas.microsoft.com/office/powerpoint/2010/main" val="1303427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EE8F5-6BB2-EC49-C6D5-C9FBB0A958D6}"/>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757919BB-2805-8D26-189C-D57BC5DC9BA4}"/>
              </a:ext>
            </a:extLst>
          </p:cNvPr>
          <p:cNvSpPr>
            <a:spLocks noGrp="1"/>
          </p:cNvSpPr>
          <p:nvPr>
            <p:ph sz="half" idx="2"/>
          </p:nvPr>
        </p:nvSpPr>
        <p:spPr/>
        <p:txBody>
          <a:bodyPr/>
          <a:lstStyle/>
          <a:p>
            <a:endParaRPr lang="en-US"/>
          </a:p>
        </p:txBody>
      </p:sp>
      <p:sp>
        <p:nvSpPr>
          <p:cNvPr id="5" name="Cylinder 4">
            <a:extLst>
              <a:ext uri="{FF2B5EF4-FFF2-40B4-BE49-F238E27FC236}">
                <a16:creationId xmlns:a16="http://schemas.microsoft.com/office/drawing/2014/main" id="{19DF3308-2105-7A23-3356-6FF1AB4438F6}"/>
              </a:ext>
            </a:extLst>
          </p:cNvPr>
          <p:cNvSpPr/>
          <p:nvPr/>
        </p:nvSpPr>
        <p:spPr>
          <a:xfrm>
            <a:off x="4800600" y="2209800"/>
            <a:ext cx="381000" cy="152400"/>
          </a:xfrm>
          <a:prstGeom prst="can">
            <a:avLst/>
          </a:prstGeom>
          <a:solidFill>
            <a:srgbClr val="E4C71A"/>
          </a:solidFill>
          <a:ln>
            <a:solidFill>
              <a:srgbClr val="E4C7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6" name="Cylinder 5">
            <a:extLst>
              <a:ext uri="{FF2B5EF4-FFF2-40B4-BE49-F238E27FC236}">
                <a16:creationId xmlns:a16="http://schemas.microsoft.com/office/drawing/2014/main" id="{2C565E5A-ACA6-CC78-A918-0E99A9B676CC}"/>
              </a:ext>
            </a:extLst>
          </p:cNvPr>
          <p:cNvSpPr/>
          <p:nvPr/>
        </p:nvSpPr>
        <p:spPr>
          <a:xfrm>
            <a:off x="4800600" y="2362200"/>
            <a:ext cx="381000" cy="152400"/>
          </a:xfrm>
          <a:prstGeom prst="can">
            <a:avLst/>
          </a:prstGeom>
          <a:solidFill>
            <a:srgbClr val="E4C71A"/>
          </a:solidFill>
          <a:ln>
            <a:solidFill>
              <a:srgbClr val="E4C7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7" name="Cylinder 6">
            <a:extLst>
              <a:ext uri="{FF2B5EF4-FFF2-40B4-BE49-F238E27FC236}">
                <a16:creationId xmlns:a16="http://schemas.microsoft.com/office/drawing/2014/main" id="{9ACCE830-4916-B5AD-71E8-E89AE944A21F}"/>
              </a:ext>
            </a:extLst>
          </p:cNvPr>
          <p:cNvSpPr/>
          <p:nvPr/>
        </p:nvSpPr>
        <p:spPr>
          <a:xfrm>
            <a:off x="4800600" y="2514600"/>
            <a:ext cx="381000" cy="152400"/>
          </a:xfrm>
          <a:prstGeom prst="can">
            <a:avLst/>
          </a:prstGeom>
          <a:solidFill>
            <a:srgbClr val="E4C71A"/>
          </a:solidFill>
          <a:ln>
            <a:solidFill>
              <a:srgbClr val="E4C7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8" name="Cylinder 7">
            <a:extLst>
              <a:ext uri="{FF2B5EF4-FFF2-40B4-BE49-F238E27FC236}">
                <a16:creationId xmlns:a16="http://schemas.microsoft.com/office/drawing/2014/main" id="{5C844132-C560-CBE4-02CB-4A5CBB79A07C}"/>
              </a:ext>
            </a:extLst>
          </p:cNvPr>
          <p:cNvSpPr/>
          <p:nvPr/>
        </p:nvSpPr>
        <p:spPr>
          <a:xfrm>
            <a:off x="4800600" y="2667000"/>
            <a:ext cx="381000" cy="152400"/>
          </a:xfrm>
          <a:prstGeom prst="can">
            <a:avLst/>
          </a:prstGeom>
          <a:solidFill>
            <a:srgbClr val="E4C71A"/>
          </a:solidFill>
          <a:ln>
            <a:solidFill>
              <a:srgbClr val="E4C7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9" name="Cylinder 8">
            <a:extLst>
              <a:ext uri="{FF2B5EF4-FFF2-40B4-BE49-F238E27FC236}">
                <a16:creationId xmlns:a16="http://schemas.microsoft.com/office/drawing/2014/main" id="{3896CFF5-F4B7-59EA-27DB-B54602F89BCE}"/>
              </a:ext>
            </a:extLst>
          </p:cNvPr>
          <p:cNvSpPr/>
          <p:nvPr/>
        </p:nvSpPr>
        <p:spPr>
          <a:xfrm>
            <a:off x="4800600" y="2819400"/>
            <a:ext cx="381000" cy="152400"/>
          </a:xfrm>
          <a:prstGeom prst="can">
            <a:avLst/>
          </a:prstGeom>
          <a:solidFill>
            <a:srgbClr val="E4C71A"/>
          </a:solidFill>
          <a:ln>
            <a:solidFill>
              <a:srgbClr val="E4C7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12" name="Cylinder 11">
            <a:extLst>
              <a:ext uri="{FF2B5EF4-FFF2-40B4-BE49-F238E27FC236}">
                <a16:creationId xmlns:a16="http://schemas.microsoft.com/office/drawing/2014/main" id="{7DCCE0EE-D88C-2EBA-DC69-CCF95D46B1C7}"/>
              </a:ext>
            </a:extLst>
          </p:cNvPr>
          <p:cNvSpPr/>
          <p:nvPr/>
        </p:nvSpPr>
        <p:spPr>
          <a:xfrm>
            <a:off x="4317998" y="2514600"/>
            <a:ext cx="381000" cy="152400"/>
          </a:xfrm>
          <a:prstGeom prst="can">
            <a:avLst/>
          </a:prstGeom>
          <a:solidFill>
            <a:srgbClr val="E4C71A"/>
          </a:solidFill>
          <a:ln>
            <a:solidFill>
              <a:srgbClr val="E4C7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13" name="Cylinder 12">
            <a:extLst>
              <a:ext uri="{FF2B5EF4-FFF2-40B4-BE49-F238E27FC236}">
                <a16:creationId xmlns:a16="http://schemas.microsoft.com/office/drawing/2014/main" id="{6B727136-E9E4-4FC9-D1FB-007CD702F9FB}"/>
              </a:ext>
            </a:extLst>
          </p:cNvPr>
          <p:cNvSpPr/>
          <p:nvPr/>
        </p:nvSpPr>
        <p:spPr>
          <a:xfrm>
            <a:off x="4317998" y="2667000"/>
            <a:ext cx="381000" cy="152400"/>
          </a:xfrm>
          <a:prstGeom prst="can">
            <a:avLst/>
          </a:prstGeom>
          <a:solidFill>
            <a:srgbClr val="E4C71A"/>
          </a:solidFill>
          <a:ln>
            <a:solidFill>
              <a:srgbClr val="E4C7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14" name="Cylinder 13">
            <a:extLst>
              <a:ext uri="{FF2B5EF4-FFF2-40B4-BE49-F238E27FC236}">
                <a16:creationId xmlns:a16="http://schemas.microsoft.com/office/drawing/2014/main" id="{EE7B49A4-1AA5-B1C0-835E-D09A1CF34F53}"/>
              </a:ext>
            </a:extLst>
          </p:cNvPr>
          <p:cNvSpPr/>
          <p:nvPr/>
        </p:nvSpPr>
        <p:spPr>
          <a:xfrm>
            <a:off x="4317998" y="2819400"/>
            <a:ext cx="381000" cy="152400"/>
          </a:xfrm>
          <a:prstGeom prst="can">
            <a:avLst/>
          </a:prstGeom>
          <a:solidFill>
            <a:srgbClr val="E4C71A"/>
          </a:solidFill>
          <a:ln>
            <a:solidFill>
              <a:srgbClr val="E4C7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15" name="Cylinder 14">
            <a:extLst>
              <a:ext uri="{FF2B5EF4-FFF2-40B4-BE49-F238E27FC236}">
                <a16:creationId xmlns:a16="http://schemas.microsoft.com/office/drawing/2014/main" id="{4E95FE86-E731-C647-9DE8-03CE3B8CE212}"/>
              </a:ext>
            </a:extLst>
          </p:cNvPr>
          <p:cNvSpPr/>
          <p:nvPr/>
        </p:nvSpPr>
        <p:spPr>
          <a:xfrm>
            <a:off x="5257800" y="2503495"/>
            <a:ext cx="381000" cy="152400"/>
          </a:xfrm>
          <a:prstGeom prst="can">
            <a:avLst/>
          </a:prstGeom>
          <a:solidFill>
            <a:srgbClr val="E4C71A"/>
          </a:solidFill>
          <a:ln>
            <a:solidFill>
              <a:srgbClr val="E4C7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16" name="Cylinder 15">
            <a:extLst>
              <a:ext uri="{FF2B5EF4-FFF2-40B4-BE49-F238E27FC236}">
                <a16:creationId xmlns:a16="http://schemas.microsoft.com/office/drawing/2014/main" id="{61A0AFF7-F30B-40D9-35E9-83699C07CC6D}"/>
              </a:ext>
            </a:extLst>
          </p:cNvPr>
          <p:cNvSpPr/>
          <p:nvPr/>
        </p:nvSpPr>
        <p:spPr>
          <a:xfrm>
            <a:off x="5257800" y="2655895"/>
            <a:ext cx="381000" cy="152400"/>
          </a:xfrm>
          <a:prstGeom prst="can">
            <a:avLst/>
          </a:prstGeom>
          <a:solidFill>
            <a:srgbClr val="E4C71A"/>
          </a:solidFill>
          <a:ln>
            <a:solidFill>
              <a:srgbClr val="E4C7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17" name="Cylinder 16">
            <a:extLst>
              <a:ext uri="{FF2B5EF4-FFF2-40B4-BE49-F238E27FC236}">
                <a16:creationId xmlns:a16="http://schemas.microsoft.com/office/drawing/2014/main" id="{C46A8982-AE7A-F367-34E0-6197EFF7CA76}"/>
              </a:ext>
            </a:extLst>
          </p:cNvPr>
          <p:cNvSpPr/>
          <p:nvPr/>
        </p:nvSpPr>
        <p:spPr>
          <a:xfrm>
            <a:off x="5257800" y="2808295"/>
            <a:ext cx="381000" cy="152400"/>
          </a:xfrm>
          <a:prstGeom prst="can">
            <a:avLst/>
          </a:prstGeom>
          <a:solidFill>
            <a:srgbClr val="E4C71A"/>
          </a:solidFill>
          <a:ln>
            <a:solidFill>
              <a:srgbClr val="E4C7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18" name="Cylinder 17">
            <a:extLst>
              <a:ext uri="{FF2B5EF4-FFF2-40B4-BE49-F238E27FC236}">
                <a16:creationId xmlns:a16="http://schemas.microsoft.com/office/drawing/2014/main" id="{8E3D77C3-E408-E7EF-265B-E7BCB13E2F56}"/>
              </a:ext>
            </a:extLst>
          </p:cNvPr>
          <p:cNvSpPr/>
          <p:nvPr/>
        </p:nvSpPr>
        <p:spPr>
          <a:xfrm>
            <a:off x="5257800" y="2351095"/>
            <a:ext cx="381000" cy="152400"/>
          </a:xfrm>
          <a:prstGeom prst="can">
            <a:avLst/>
          </a:prstGeom>
          <a:solidFill>
            <a:srgbClr val="E4C71A"/>
          </a:solidFill>
          <a:ln>
            <a:solidFill>
              <a:srgbClr val="E4C7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pic>
        <p:nvPicPr>
          <p:cNvPr id="1025" name="Picture 1" descr="three disconnected elements, all solid, showing two roundish eyes and a head connecting by a nect to a body with five small legs">
            <a:extLst>
              <a:ext uri="{FF2B5EF4-FFF2-40B4-BE49-F238E27FC236}">
                <a16:creationId xmlns:a16="http://schemas.microsoft.com/office/drawing/2014/main" id="{64FFDF00-5E2F-00C2-8738-CAAD1E04F4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466975" cy="184785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The motion color intensity map of a robot, showing motion with bright and dark hues.">
            <a:extLst>
              <a:ext uri="{FF2B5EF4-FFF2-40B4-BE49-F238E27FC236}">
                <a16:creationId xmlns:a16="http://schemas.microsoft.com/office/drawing/2014/main" id="{4EB07406-C7F2-C282-1536-CF85DCFAE4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6375" y="2619375"/>
            <a:ext cx="1619250" cy="161925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E8641888-55CA-CD3F-48FE-A59309739287}"/>
              </a:ext>
            </a:extLst>
          </p:cNvPr>
          <p:cNvPicPr>
            <a:picLocks noChangeAspect="1"/>
          </p:cNvPicPr>
          <p:nvPr/>
        </p:nvPicPr>
        <p:blipFill>
          <a:blip r:embed="rId4"/>
          <a:stretch>
            <a:fillRect/>
          </a:stretch>
        </p:blipFill>
        <p:spPr>
          <a:xfrm>
            <a:off x="3952875" y="1257300"/>
            <a:ext cx="4286250" cy="4343400"/>
          </a:xfrm>
          <a:prstGeom prst="rect">
            <a:avLst/>
          </a:prstGeom>
        </p:spPr>
      </p:pic>
    </p:spTree>
    <p:extLst>
      <p:ext uri="{BB962C8B-B14F-4D97-AF65-F5344CB8AC3E}">
        <p14:creationId xmlns:p14="http://schemas.microsoft.com/office/powerpoint/2010/main" val="1369912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3275F-59DC-09D7-5B58-D90DF7355A1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DBD5B5A-3351-BE93-6D0F-795874DEC855}"/>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739AE503-15A5-AA73-207B-EF591E07B864}"/>
              </a:ext>
            </a:extLst>
          </p:cNvPr>
          <p:cNvSpPr>
            <a:spLocks noGrp="1"/>
          </p:cNvSpPr>
          <p:nvPr>
            <p:ph sz="half" idx="1"/>
          </p:nvPr>
        </p:nvSpPr>
        <p:spPr>
          <a:xfrm>
            <a:off x="609602" y="1600200"/>
            <a:ext cx="4190998" cy="4800600"/>
          </a:xfrm>
          <a:solidFill>
            <a:schemeClr val="accent1">
              <a:lumMod val="20000"/>
              <a:lumOff val="80000"/>
            </a:schemeClr>
          </a:solidFill>
          <a:ln w="22225">
            <a:solidFill>
              <a:schemeClr val="accent1"/>
            </a:solidFill>
          </a:ln>
          <a:scene3d>
            <a:camera prst="orthographicFront"/>
            <a:lightRig rig="threePt" dir="t"/>
          </a:scene3d>
          <a:sp3d>
            <a:bevelT w="50800"/>
          </a:sp3d>
        </p:spPr>
        <p:txBody>
          <a:bodyPr/>
          <a:lstStyle/>
          <a:p>
            <a:pPr marL="0" lvl="0" indent="0" defTabSz="914400" eaLnBrk="0" fontAlgn="base" hangingPunct="0">
              <a:spcBef>
                <a:spcPct val="0"/>
              </a:spcBef>
              <a:spcAft>
                <a:spcPct val="0"/>
              </a:spcAft>
              <a:buClrTx/>
              <a:buSzTx/>
              <a:buFontTx/>
              <a:buChar char="•"/>
            </a:pPr>
            <a:r>
              <a:rPr lang="en-US" dirty="0"/>
              <a:t>☐ </a:t>
            </a:r>
            <a:r>
              <a:rPr lang="en-US" altLang="en-US" dirty="0"/>
              <a:t>Load and converting data into a timetable</a:t>
            </a:r>
          </a:p>
          <a:p>
            <a:pPr marL="0" lvl="0" indent="0" defTabSz="914400" eaLnBrk="0" fontAlgn="base" hangingPunct="0">
              <a:spcBef>
                <a:spcPct val="0"/>
              </a:spcBef>
              <a:spcAft>
                <a:spcPct val="0"/>
              </a:spcAft>
              <a:buClrTx/>
              <a:buSzTx/>
              <a:buFontTx/>
              <a:buChar char="•"/>
            </a:pPr>
            <a:r>
              <a:rPr lang="en-US" dirty="0"/>
              <a:t>☐ </a:t>
            </a:r>
            <a:r>
              <a:rPr lang="en-US" altLang="en-US" dirty="0"/>
              <a:t>Sort observations chronologically</a:t>
            </a:r>
          </a:p>
          <a:p>
            <a:pPr marL="0" lvl="0" indent="0" defTabSz="914400" eaLnBrk="0" fontAlgn="base" hangingPunct="0">
              <a:spcBef>
                <a:spcPct val="0"/>
              </a:spcBef>
              <a:spcAft>
                <a:spcPct val="0"/>
              </a:spcAft>
              <a:buClrTx/>
              <a:buSzTx/>
              <a:buFontTx/>
              <a:buChar char="•"/>
            </a:pPr>
            <a:r>
              <a:rPr lang="en-US" dirty="0"/>
              <a:t>☐ </a:t>
            </a:r>
            <a:r>
              <a:rPr lang="en-US" altLang="en-US" dirty="0"/>
              <a:t>Audit missing data</a:t>
            </a:r>
          </a:p>
          <a:p>
            <a:pPr marL="0" lvl="0" indent="0" defTabSz="914400" eaLnBrk="0" fontAlgn="base" hangingPunct="0">
              <a:spcBef>
                <a:spcPct val="0"/>
              </a:spcBef>
              <a:spcAft>
                <a:spcPct val="0"/>
              </a:spcAft>
              <a:buClrTx/>
              <a:buSzTx/>
              <a:buNone/>
            </a:pPr>
            <a:r>
              <a:rPr lang="en-US" dirty="0"/>
              <a:t>☐ Visualize data quality</a:t>
            </a:r>
          </a:p>
          <a:p>
            <a:pPr marL="0" lvl="0" indent="0" defTabSz="914400" eaLnBrk="0" fontAlgn="base" hangingPunct="0">
              <a:spcBef>
                <a:spcPct val="0"/>
              </a:spcBef>
              <a:spcAft>
                <a:spcPct val="0"/>
              </a:spcAft>
              <a:buClrTx/>
              <a:buSzTx/>
              <a:buFontTx/>
              <a:buChar char="•"/>
            </a:pPr>
            <a:r>
              <a:rPr lang="en-US" dirty="0"/>
              <a:t>☐ </a:t>
            </a:r>
            <a:r>
              <a:rPr lang="en-US" altLang="en-US" dirty="0"/>
              <a:t>Apply imputation methods</a:t>
            </a:r>
          </a:p>
          <a:p>
            <a:pPr marL="0" lvl="0" indent="0" defTabSz="914400" eaLnBrk="0" fontAlgn="base" hangingPunct="0">
              <a:spcBef>
                <a:spcPct val="0"/>
              </a:spcBef>
              <a:spcAft>
                <a:spcPct val="0"/>
              </a:spcAft>
              <a:buClrTx/>
              <a:buSzTx/>
              <a:buFontTx/>
              <a:buChar char="•"/>
            </a:pPr>
            <a:r>
              <a:rPr lang="en-US" dirty="0"/>
              <a:t>☐ </a:t>
            </a:r>
            <a:r>
              <a:rPr lang="en-US" altLang="en-US" dirty="0"/>
              <a:t>Evaluate preprocessing effects</a:t>
            </a:r>
          </a:p>
          <a:p>
            <a:pPr marL="0" lvl="0" indent="0" defTabSz="914400" eaLnBrk="0" fontAlgn="base" hangingPunct="0">
              <a:spcBef>
                <a:spcPct val="0"/>
              </a:spcBef>
              <a:spcAft>
                <a:spcPct val="0"/>
              </a:spcAft>
              <a:buClrTx/>
              <a:buSzTx/>
              <a:buFontTx/>
              <a:buChar char="•"/>
            </a:pPr>
            <a:r>
              <a:rPr lang="en-US" dirty="0"/>
              <a:t>☐ </a:t>
            </a:r>
            <a:r>
              <a:rPr lang="en-US" altLang="en-US" dirty="0"/>
              <a:t>Prepare features for modeling </a:t>
            </a:r>
          </a:p>
          <a:p>
            <a:pPr marL="0" indent="0">
              <a:buNone/>
            </a:pPr>
            <a:r>
              <a:rPr lang="en-US" dirty="0"/>
              <a:t>☐ Train baseline model</a:t>
            </a:r>
          </a:p>
          <a:p>
            <a:pPr marL="0" indent="0">
              <a:buNone/>
            </a:pPr>
            <a:r>
              <a:rPr lang="en-US" dirty="0"/>
              <a:t>☐ Train preprocessed model</a:t>
            </a:r>
          </a:p>
          <a:p>
            <a:pPr marL="0" indent="0">
              <a:buNone/>
            </a:pPr>
            <a:r>
              <a:rPr lang="en-US" dirty="0"/>
              <a:t>☐ Compare RMSE</a:t>
            </a:r>
          </a:p>
          <a:p>
            <a:pPr marL="0" indent="0">
              <a:buNone/>
            </a:pPr>
            <a:endParaRPr lang="en-US" dirty="0"/>
          </a:p>
        </p:txBody>
      </p:sp>
      <p:sp>
        <p:nvSpPr>
          <p:cNvPr id="7" name="Rectangle 1">
            <a:extLst>
              <a:ext uri="{FF2B5EF4-FFF2-40B4-BE49-F238E27FC236}">
                <a16:creationId xmlns:a16="http://schemas.microsoft.com/office/drawing/2014/main" id="{6C2AD060-552E-E3A9-DDA0-B46D2D5A68AB}"/>
              </a:ext>
            </a:extLst>
          </p:cNvPr>
          <p:cNvSpPr>
            <a:spLocks noGrp="1" noChangeArrowheads="1"/>
          </p:cNvSpPr>
          <p:nvPr>
            <p:ph sz="half" idx="2"/>
          </p:nvPr>
        </p:nvSpPr>
        <p:spPr bwMode="auto">
          <a:xfrm>
            <a:off x="6197602" y="3739633"/>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73241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F811FE5-D373-414D-A191-A268F04886D4}"/>
              </a:ext>
            </a:extLst>
          </p:cNvPr>
          <p:cNvSpPr/>
          <p:nvPr/>
        </p:nvSpPr>
        <p:spPr>
          <a:xfrm>
            <a:off x="762000" y="1295401"/>
            <a:ext cx="3314700" cy="4572000"/>
          </a:xfrm>
          <a:prstGeom prst="rect">
            <a:avLst/>
          </a:prstGeom>
          <a:solidFill>
            <a:schemeClr val="bg1"/>
          </a:solidFill>
          <a:ln>
            <a:noFill/>
          </a:ln>
          <a:effectLst>
            <a:outerShdw blurRad="47724" dir="5400000" sx="101000" sy="101000" algn="ctr" rotWithShape="0">
              <a:srgbClr val="000000">
                <a:alpha val="11926"/>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13" name="Rectangle 12">
            <a:extLst>
              <a:ext uri="{FF2B5EF4-FFF2-40B4-BE49-F238E27FC236}">
                <a16:creationId xmlns:a16="http://schemas.microsoft.com/office/drawing/2014/main" id="{0C6183C5-F708-5545-A498-AA0C78A9466F}"/>
              </a:ext>
            </a:extLst>
          </p:cNvPr>
          <p:cNvSpPr/>
          <p:nvPr/>
        </p:nvSpPr>
        <p:spPr>
          <a:xfrm>
            <a:off x="4362450" y="1295401"/>
            <a:ext cx="3314700" cy="4572000"/>
          </a:xfrm>
          <a:prstGeom prst="rect">
            <a:avLst/>
          </a:prstGeom>
          <a:solidFill>
            <a:schemeClr val="bg1"/>
          </a:solidFill>
          <a:ln>
            <a:noFill/>
          </a:ln>
          <a:effectLst>
            <a:outerShdw blurRad="47724" dir="5400000" sx="101000" sy="101000" algn="ctr" rotWithShape="0">
              <a:srgbClr val="000000">
                <a:alpha val="11926"/>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14" name="Rectangle 13">
            <a:extLst>
              <a:ext uri="{FF2B5EF4-FFF2-40B4-BE49-F238E27FC236}">
                <a16:creationId xmlns:a16="http://schemas.microsoft.com/office/drawing/2014/main" id="{C00E9F48-4010-4A4E-89CD-EEC1FACBFF72}"/>
              </a:ext>
            </a:extLst>
          </p:cNvPr>
          <p:cNvSpPr/>
          <p:nvPr/>
        </p:nvSpPr>
        <p:spPr>
          <a:xfrm>
            <a:off x="7962900" y="1295401"/>
            <a:ext cx="3314700" cy="4572000"/>
          </a:xfrm>
          <a:prstGeom prst="rect">
            <a:avLst/>
          </a:prstGeom>
          <a:solidFill>
            <a:schemeClr val="bg1"/>
          </a:solidFill>
          <a:ln>
            <a:noFill/>
          </a:ln>
          <a:effectLst>
            <a:outerShdw blurRad="47724" dir="5400000" sx="101000" sy="101000" algn="ctr" rotWithShape="0">
              <a:srgbClr val="000000">
                <a:alpha val="11926"/>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3" name="Title 1">
            <a:extLst>
              <a:ext uri="{FF2B5EF4-FFF2-40B4-BE49-F238E27FC236}">
                <a16:creationId xmlns:a16="http://schemas.microsoft.com/office/drawing/2014/main" id="{ED603503-CF54-2146-8DCC-D6841AB5C592}"/>
              </a:ext>
            </a:extLst>
          </p:cNvPr>
          <p:cNvSpPr>
            <a:spLocks noGrp="1"/>
          </p:cNvSpPr>
          <p:nvPr>
            <p:ph type="title"/>
          </p:nvPr>
        </p:nvSpPr>
        <p:spPr>
          <a:xfrm>
            <a:off x="609602" y="457200"/>
            <a:ext cx="10769600" cy="990600"/>
          </a:xfrm>
        </p:spPr>
        <p:txBody>
          <a:bodyPr/>
          <a:lstStyle/>
          <a:p>
            <a:r>
              <a:rPr lang="en-US" dirty="0"/>
              <a:t>Image Resources</a:t>
            </a:r>
          </a:p>
        </p:txBody>
      </p:sp>
      <p:sp>
        <p:nvSpPr>
          <p:cNvPr id="6" name="Rectangle 5">
            <a:extLst>
              <a:ext uri="{FF2B5EF4-FFF2-40B4-BE49-F238E27FC236}">
                <a16:creationId xmlns:a16="http://schemas.microsoft.com/office/drawing/2014/main" id="{7A21E8B7-4E74-594C-AB19-4E73E9D52FB1}"/>
              </a:ext>
            </a:extLst>
          </p:cNvPr>
          <p:cNvSpPr/>
          <p:nvPr/>
        </p:nvSpPr>
        <p:spPr>
          <a:xfrm>
            <a:off x="4876800" y="1767381"/>
            <a:ext cx="2438400" cy="1449628"/>
          </a:xfrm>
          <a:prstGeom prst="rect">
            <a:avLst/>
          </a:prstGeom>
        </p:spPr>
        <p:txBody>
          <a:bodyPr wrap="square">
            <a:spAutoFit/>
          </a:bodyPr>
          <a:lstStyle/>
          <a:p>
            <a:pPr lvl="0">
              <a:lnSpc>
                <a:spcPct val="90000"/>
              </a:lnSpc>
              <a:defRPr/>
            </a:pPr>
            <a:r>
              <a:rPr lang="en-US" sz="1400" dirty="0">
                <a:hlinkClick r:id="rId2"/>
              </a:rPr>
              <a:t>Illustration Style</a:t>
            </a:r>
            <a:endParaRPr lang="en-US" sz="1400" dirty="0"/>
          </a:p>
          <a:p>
            <a:pPr lvl="0">
              <a:lnSpc>
                <a:spcPct val="90000"/>
              </a:lnSpc>
              <a:defRPr/>
            </a:pPr>
            <a:endParaRPr lang="en-US" sz="1200" dirty="0"/>
          </a:p>
          <a:p>
            <a:pPr lvl="0">
              <a:lnSpc>
                <a:spcPct val="90000"/>
              </a:lnSpc>
              <a:defRPr/>
            </a:pPr>
            <a:r>
              <a:rPr lang="en-US" sz="1200" dirty="0"/>
              <a:t>Get illustrations in categories including Avatars, Personas, Technology, Transportation, Sports, and more. Find the complete set alongside some rules and recommendations.</a:t>
            </a:r>
          </a:p>
        </p:txBody>
      </p:sp>
      <p:sp>
        <p:nvSpPr>
          <p:cNvPr id="7" name="Rectangle 6">
            <a:extLst>
              <a:ext uri="{FF2B5EF4-FFF2-40B4-BE49-F238E27FC236}">
                <a16:creationId xmlns:a16="http://schemas.microsoft.com/office/drawing/2014/main" id="{62AB0DD2-40EA-D847-A731-DF37A686AAE7}"/>
              </a:ext>
            </a:extLst>
          </p:cNvPr>
          <p:cNvSpPr/>
          <p:nvPr/>
        </p:nvSpPr>
        <p:spPr>
          <a:xfrm>
            <a:off x="1295400" y="1767381"/>
            <a:ext cx="2457450" cy="1643527"/>
          </a:xfrm>
          <a:prstGeom prst="rect">
            <a:avLst/>
          </a:prstGeom>
        </p:spPr>
        <p:txBody>
          <a:bodyPr wrap="square">
            <a:spAutoFit/>
          </a:bodyPr>
          <a:lstStyle/>
          <a:p>
            <a:pPr lvl="0">
              <a:lnSpc>
                <a:spcPct val="90000"/>
              </a:lnSpc>
              <a:defRPr/>
            </a:pPr>
            <a:r>
              <a:rPr lang="en-US" sz="1400" dirty="0">
                <a:solidFill>
                  <a:srgbClr val="FF0000"/>
                </a:solidFill>
                <a:hlinkClick r:id="rId3"/>
              </a:rPr>
              <a:t>Technical and Workflow Diagram Toolkit</a:t>
            </a:r>
            <a:br>
              <a:rPr lang="en-US" sz="1200" dirty="0">
                <a:hlinkClick r:id="rId3"/>
              </a:rPr>
            </a:br>
            <a:endParaRPr lang="en-US" sz="1200" dirty="0"/>
          </a:p>
          <a:p>
            <a:pPr lvl="0">
              <a:lnSpc>
                <a:spcPct val="90000"/>
              </a:lnSpc>
              <a:defRPr/>
            </a:pPr>
            <a:r>
              <a:rPr lang="en-US" sz="1200" dirty="0"/>
              <a:t>Create simple or complex technical diagrams using provided elements. Each component is an individual artifact for use in presentation materials or video assets.</a:t>
            </a:r>
          </a:p>
        </p:txBody>
      </p:sp>
      <p:pic>
        <p:nvPicPr>
          <p:cNvPr id="8" name="Picture 7" descr="Diagram&#10;&#10;Description automatically generated">
            <a:extLst>
              <a:ext uri="{FF2B5EF4-FFF2-40B4-BE49-F238E27FC236}">
                <a16:creationId xmlns:a16="http://schemas.microsoft.com/office/drawing/2014/main" id="{724371D4-DBEC-F540-AB0E-FA0890E5CA5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5046" y="3724552"/>
            <a:ext cx="1708131" cy="1724516"/>
          </a:xfrm>
          <a:prstGeom prst="rect">
            <a:avLst/>
          </a:prstGeom>
        </p:spPr>
      </p:pic>
      <p:pic>
        <p:nvPicPr>
          <p:cNvPr id="9" name="Picture 43">
            <a:extLst>
              <a:ext uri="{FF2B5EF4-FFF2-40B4-BE49-F238E27FC236}">
                <a16:creationId xmlns:a16="http://schemas.microsoft.com/office/drawing/2014/main" id="{715D944B-344F-9D4C-8B72-881908756C8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6209722" y="3730261"/>
            <a:ext cx="773351" cy="773351"/>
          </a:xfrm>
          <a:prstGeom prst="rect">
            <a:avLst/>
          </a:prstGeom>
        </p:spPr>
      </p:pic>
      <p:pic>
        <p:nvPicPr>
          <p:cNvPr id="10" name="Picture 47">
            <a:extLst>
              <a:ext uri="{FF2B5EF4-FFF2-40B4-BE49-F238E27FC236}">
                <a16:creationId xmlns:a16="http://schemas.microsoft.com/office/drawing/2014/main" id="{0BC0238B-D5CC-BB4D-A0CC-FF6B78A3E81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5000878" y="3812988"/>
            <a:ext cx="773351" cy="773351"/>
          </a:xfrm>
          <a:prstGeom prst="rect">
            <a:avLst/>
          </a:prstGeom>
        </p:spPr>
      </p:pic>
      <p:pic>
        <p:nvPicPr>
          <p:cNvPr id="11" name="Picture 40">
            <a:extLst>
              <a:ext uri="{FF2B5EF4-FFF2-40B4-BE49-F238E27FC236}">
                <a16:creationId xmlns:a16="http://schemas.microsoft.com/office/drawing/2014/main" id="{AE28B9EC-99D3-254D-A05B-75AF3CC5DD6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5000878" y="4747424"/>
            <a:ext cx="966688" cy="773351"/>
          </a:xfrm>
          <a:prstGeom prst="rect">
            <a:avLst/>
          </a:prstGeom>
        </p:spPr>
      </p:pic>
      <p:pic>
        <p:nvPicPr>
          <p:cNvPr id="12" name="Graphic 11">
            <a:extLst>
              <a:ext uri="{FF2B5EF4-FFF2-40B4-BE49-F238E27FC236}">
                <a16:creationId xmlns:a16="http://schemas.microsoft.com/office/drawing/2014/main" id="{302180D5-5760-2D4C-9AB7-19D5FCEC9EB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03359" y="4653920"/>
            <a:ext cx="773352" cy="773352"/>
          </a:xfrm>
          <a:prstGeom prst="rect">
            <a:avLst/>
          </a:prstGeom>
        </p:spPr>
      </p:pic>
      <p:sp>
        <p:nvSpPr>
          <p:cNvPr id="15" name="Rectangle 14">
            <a:extLst>
              <a:ext uri="{FF2B5EF4-FFF2-40B4-BE49-F238E27FC236}">
                <a16:creationId xmlns:a16="http://schemas.microsoft.com/office/drawing/2014/main" id="{A2959DDF-845C-EC4D-8E61-33EF873832ED}"/>
              </a:ext>
            </a:extLst>
          </p:cNvPr>
          <p:cNvSpPr/>
          <p:nvPr/>
        </p:nvSpPr>
        <p:spPr>
          <a:xfrm>
            <a:off x="8371233" y="1767381"/>
            <a:ext cx="2498035" cy="1172629"/>
          </a:xfrm>
          <a:prstGeom prst="rect">
            <a:avLst/>
          </a:prstGeom>
        </p:spPr>
        <p:txBody>
          <a:bodyPr wrap="square">
            <a:spAutoFit/>
          </a:bodyPr>
          <a:lstStyle/>
          <a:p>
            <a:pPr lvl="0">
              <a:lnSpc>
                <a:spcPct val="90000"/>
              </a:lnSpc>
              <a:defRPr/>
            </a:pPr>
            <a:r>
              <a:rPr lang="en-US" sz="1400" dirty="0">
                <a:hlinkClick r:id="rId9"/>
              </a:rPr>
              <a:t>Icon Repository</a:t>
            </a:r>
            <a:endParaRPr lang="en-US" sz="1400" dirty="0"/>
          </a:p>
          <a:p>
            <a:pPr lvl="0">
              <a:lnSpc>
                <a:spcPct val="90000"/>
              </a:lnSpc>
              <a:defRPr/>
            </a:pPr>
            <a:endParaRPr lang="en-US" sz="1400" dirty="0"/>
          </a:p>
          <a:p>
            <a:pPr lvl="0">
              <a:lnSpc>
                <a:spcPct val="90000"/>
              </a:lnSpc>
              <a:defRPr/>
            </a:pPr>
            <a:r>
              <a:rPr lang="en-US" sz="1400" dirty="0">
                <a:hlinkClick r:id="rId10"/>
              </a:rPr>
              <a:t>Icon ID Catalog</a:t>
            </a:r>
            <a:r>
              <a:rPr lang="en-US" sz="1400" dirty="0"/>
              <a:t> (theme-able)</a:t>
            </a:r>
          </a:p>
          <a:p>
            <a:pPr lvl="0">
              <a:lnSpc>
                <a:spcPct val="90000"/>
              </a:lnSpc>
              <a:defRPr/>
            </a:pPr>
            <a:endParaRPr lang="en-US" sz="1200" dirty="0"/>
          </a:p>
          <a:p>
            <a:pPr lvl="0">
              <a:lnSpc>
                <a:spcPct val="90000"/>
              </a:lnSpc>
              <a:defRPr/>
            </a:pPr>
            <a:r>
              <a:rPr lang="en-US" sz="1200" dirty="0"/>
              <a:t>Find toolstrip, block, plot, and other in-product icons.</a:t>
            </a:r>
          </a:p>
        </p:txBody>
      </p:sp>
      <p:sp>
        <p:nvSpPr>
          <p:cNvPr id="16" name="TextBox 15">
            <a:extLst>
              <a:ext uri="{FF2B5EF4-FFF2-40B4-BE49-F238E27FC236}">
                <a16:creationId xmlns:a16="http://schemas.microsoft.com/office/drawing/2014/main" id="{EF1E2E51-4C56-3241-8E84-0E88923A139B}"/>
              </a:ext>
            </a:extLst>
          </p:cNvPr>
          <p:cNvSpPr txBox="1"/>
          <p:nvPr/>
        </p:nvSpPr>
        <p:spPr>
          <a:xfrm>
            <a:off x="711202" y="6181045"/>
            <a:ext cx="10769601" cy="370248"/>
          </a:xfrm>
          <a:prstGeom prst="rect">
            <a:avLst/>
          </a:prstGeom>
          <a:noFill/>
        </p:spPr>
        <p:txBody>
          <a:bodyPr wrap="square" rtlCol="0">
            <a:spAutoFit/>
          </a:bodyPr>
          <a:lstStyle/>
          <a:p>
            <a:pPr algn="ctr"/>
            <a:r>
              <a:rPr lang="en-US" sz="1805" b="1" i="1" dirty="0">
                <a:solidFill>
                  <a:schemeClr val="accent1"/>
                </a:solidFill>
                <a:latin typeface="Arial" pitchFamily="34" charset="0"/>
                <a:cs typeface="Arial" pitchFamily="34" charset="0"/>
              </a:rPr>
              <a:t>V23.0</a:t>
            </a:r>
            <a:r>
              <a:rPr lang="en-US" sz="1805" i="1" dirty="0">
                <a:solidFill>
                  <a:schemeClr val="accent1"/>
                </a:solidFill>
                <a:latin typeface="Arial" pitchFamily="34" charset="0"/>
                <a:cs typeface="Arial" pitchFamily="34" charset="0"/>
              </a:rPr>
              <a:t>  Delete this slide before finalizing your presentation.</a:t>
            </a:r>
          </a:p>
        </p:txBody>
      </p:sp>
      <p:pic>
        <p:nvPicPr>
          <p:cNvPr id="5" name="Picture 4">
            <a:extLst>
              <a:ext uri="{FF2B5EF4-FFF2-40B4-BE49-F238E27FC236}">
                <a16:creationId xmlns:a16="http://schemas.microsoft.com/office/drawing/2014/main" id="{436448E0-C646-53CB-D14F-72FE903289D4}"/>
              </a:ext>
            </a:extLst>
          </p:cNvPr>
          <p:cNvPicPr>
            <a:picLocks noChangeAspect="1"/>
          </p:cNvPicPr>
          <p:nvPr/>
        </p:nvPicPr>
        <p:blipFill>
          <a:blip r:embed="rId11"/>
          <a:stretch>
            <a:fillRect/>
          </a:stretch>
        </p:blipFill>
        <p:spPr>
          <a:xfrm>
            <a:off x="8500191" y="3771843"/>
            <a:ext cx="2240118" cy="1257357"/>
          </a:xfrm>
          <a:prstGeom prst="rect">
            <a:avLst/>
          </a:prstGeom>
        </p:spPr>
      </p:pic>
    </p:spTree>
    <p:extLst>
      <p:ext uri="{BB962C8B-B14F-4D97-AF65-F5344CB8AC3E}">
        <p14:creationId xmlns:p14="http://schemas.microsoft.com/office/powerpoint/2010/main" val="4285500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36"/>
          <p:cNvSpPr>
            <a:spLocks noGrp="1"/>
          </p:cNvSpPr>
          <p:nvPr>
            <p:ph type="title"/>
          </p:nvPr>
        </p:nvSpPr>
        <p:spPr/>
        <p:txBody>
          <a:bodyPr/>
          <a:lstStyle/>
          <a:p>
            <a:r>
              <a:rPr lang="en-US" dirty="0"/>
              <a:t>Using the Corporate Template</a:t>
            </a:r>
          </a:p>
        </p:txBody>
      </p:sp>
      <p:sp>
        <p:nvSpPr>
          <p:cNvPr id="38" name="Content Placeholder 37"/>
          <p:cNvSpPr>
            <a:spLocks noGrp="1"/>
          </p:cNvSpPr>
          <p:nvPr>
            <p:ph idx="1"/>
          </p:nvPr>
        </p:nvSpPr>
        <p:spPr/>
        <p:txBody>
          <a:bodyPr/>
          <a:lstStyle/>
          <a:p>
            <a:r>
              <a:rPr lang="en-US" dirty="0"/>
              <a:t>Avoid manually formatting whenever possible. Instead, use built-in styles, templates, layouts, and colors.</a:t>
            </a:r>
          </a:p>
          <a:p>
            <a:r>
              <a:rPr lang="en-US" dirty="0"/>
              <a:t>When creating new presentations, select the slide layout that best suits your needs from the built-in theme, then add content.</a:t>
            </a:r>
          </a:p>
          <a:p>
            <a:r>
              <a:rPr lang="en-US" dirty="0"/>
              <a:t>When creating custom shapes, text boxes, and other elements, start from scratch rather than reformatting template shapes.</a:t>
            </a:r>
          </a:p>
          <a:p>
            <a:r>
              <a:rPr lang="en-US" dirty="0"/>
              <a:t>When applying the new template to existing presentations, review your presentation carefully and manually adjust any formatting issues that have occurred. For additional help, contact Creative Services.</a:t>
            </a:r>
          </a:p>
        </p:txBody>
      </p:sp>
      <p:sp>
        <p:nvSpPr>
          <p:cNvPr id="6" name="TextBox 5"/>
          <p:cNvSpPr txBox="1"/>
          <p:nvPr/>
        </p:nvSpPr>
        <p:spPr>
          <a:xfrm>
            <a:off x="711202" y="6181045"/>
            <a:ext cx="10769601" cy="370248"/>
          </a:xfrm>
          <a:prstGeom prst="rect">
            <a:avLst/>
          </a:prstGeom>
          <a:noFill/>
        </p:spPr>
        <p:txBody>
          <a:bodyPr wrap="square" rtlCol="0">
            <a:spAutoFit/>
          </a:bodyPr>
          <a:lstStyle/>
          <a:p>
            <a:pPr algn="ctr"/>
            <a:r>
              <a:rPr lang="en-US" sz="1805" b="1" i="1" dirty="0">
                <a:solidFill>
                  <a:schemeClr val="accent1"/>
                </a:solidFill>
                <a:latin typeface="Arial" pitchFamily="34" charset="0"/>
                <a:cs typeface="Arial" pitchFamily="34" charset="0"/>
              </a:rPr>
              <a:t>V23.0</a:t>
            </a:r>
            <a:r>
              <a:rPr lang="en-US" sz="1805" i="1" dirty="0">
                <a:solidFill>
                  <a:schemeClr val="accent1"/>
                </a:solidFill>
                <a:latin typeface="Arial" pitchFamily="34" charset="0"/>
                <a:cs typeface="Arial" pitchFamily="34" charset="0"/>
              </a:rPr>
              <a:t>  Delete this slide before finalizing your presentation.</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0">
            <a:extLst>
              <a:ext uri="{FF2B5EF4-FFF2-40B4-BE49-F238E27FC236}">
                <a16:creationId xmlns:a16="http://schemas.microsoft.com/office/drawing/2014/main" id="{D1CAE780-3693-1440-BA1F-B44101AF725A}"/>
              </a:ext>
            </a:extLst>
          </p:cNvPr>
          <p:cNvSpPr>
            <a:spLocks noGrp="1"/>
          </p:cNvSpPr>
          <p:nvPr>
            <p:ph type="title"/>
          </p:nvPr>
        </p:nvSpPr>
        <p:spPr>
          <a:xfrm>
            <a:off x="609602" y="457200"/>
            <a:ext cx="10769600" cy="990600"/>
          </a:xfrm>
        </p:spPr>
        <p:txBody>
          <a:bodyPr/>
          <a:lstStyle/>
          <a:p>
            <a:r>
              <a:rPr lang="en-US" dirty="0"/>
              <a:t>Color Palette</a:t>
            </a:r>
          </a:p>
        </p:txBody>
      </p:sp>
      <p:sp>
        <p:nvSpPr>
          <p:cNvPr id="6" name="TextBox 5">
            <a:extLst>
              <a:ext uri="{FF2B5EF4-FFF2-40B4-BE49-F238E27FC236}">
                <a16:creationId xmlns:a16="http://schemas.microsoft.com/office/drawing/2014/main" id="{97A51EEE-C8C8-E349-9DEA-392EC81CDFBE}"/>
              </a:ext>
            </a:extLst>
          </p:cNvPr>
          <p:cNvSpPr txBox="1"/>
          <p:nvPr/>
        </p:nvSpPr>
        <p:spPr>
          <a:xfrm>
            <a:off x="711202" y="6181045"/>
            <a:ext cx="10769601" cy="370248"/>
          </a:xfrm>
          <a:prstGeom prst="rect">
            <a:avLst/>
          </a:prstGeom>
          <a:noFill/>
        </p:spPr>
        <p:txBody>
          <a:bodyPr wrap="square" rtlCol="0">
            <a:spAutoFit/>
          </a:bodyPr>
          <a:lstStyle/>
          <a:p>
            <a:pPr algn="ctr"/>
            <a:r>
              <a:rPr lang="en-US" sz="1805" b="1" i="1" dirty="0">
                <a:solidFill>
                  <a:schemeClr val="accent1"/>
                </a:solidFill>
                <a:latin typeface="Arial" pitchFamily="34" charset="0"/>
                <a:cs typeface="Arial" pitchFamily="34" charset="0"/>
              </a:rPr>
              <a:t>V23.0</a:t>
            </a:r>
            <a:r>
              <a:rPr lang="en-US" sz="1805" i="1" dirty="0">
                <a:solidFill>
                  <a:schemeClr val="accent1"/>
                </a:solidFill>
                <a:latin typeface="Arial" pitchFamily="34" charset="0"/>
                <a:cs typeface="Arial" pitchFamily="34" charset="0"/>
              </a:rPr>
              <a:t>  Delete this slide before finalizing your presentation.</a:t>
            </a:r>
          </a:p>
        </p:txBody>
      </p:sp>
      <p:sp>
        <p:nvSpPr>
          <p:cNvPr id="5" name="Rectangle 4">
            <a:extLst>
              <a:ext uri="{FF2B5EF4-FFF2-40B4-BE49-F238E27FC236}">
                <a16:creationId xmlns:a16="http://schemas.microsoft.com/office/drawing/2014/main" id="{AD3C2BE5-1E0D-164D-B6A8-9EEEB2D4673A}"/>
              </a:ext>
            </a:extLst>
          </p:cNvPr>
          <p:cNvSpPr/>
          <p:nvPr/>
        </p:nvSpPr>
        <p:spPr>
          <a:xfrm>
            <a:off x="762000" y="1219200"/>
            <a:ext cx="4953000" cy="4800600"/>
          </a:xfrm>
          <a:prstGeom prst="rect">
            <a:avLst/>
          </a:prstGeom>
          <a:solidFill>
            <a:schemeClr val="bg1"/>
          </a:solidFill>
          <a:ln>
            <a:noFill/>
          </a:ln>
          <a:effectLst>
            <a:outerShdw blurRad="47724" dir="5400000" sx="101000" sy="101000" algn="ctr" rotWithShape="0">
              <a:srgbClr val="000000">
                <a:alpha val="11926"/>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7" name="Rectangle 6">
            <a:extLst>
              <a:ext uri="{FF2B5EF4-FFF2-40B4-BE49-F238E27FC236}">
                <a16:creationId xmlns:a16="http://schemas.microsoft.com/office/drawing/2014/main" id="{9842504D-B375-AD49-8583-5F1DB93B9C9B}"/>
              </a:ext>
            </a:extLst>
          </p:cNvPr>
          <p:cNvSpPr/>
          <p:nvPr/>
        </p:nvSpPr>
        <p:spPr>
          <a:xfrm>
            <a:off x="6477000" y="1219200"/>
            <a:ext cx="4953000" cy="4800600"/>
          </a:xfrm>
          <a:prstGeom prst="rect">
            <a:avLst/>
          </a:prstGeom>
          <a:solidFill>
            <a:schemeClr val="bg1"/>
          </a:solidFill>
          <a:ln>
            <a:noFill/>
          </a:ln>
          <a:effectLst>
            <a:outerShdw blurRad="47724" dir="5400000" sx="101000" sy="101000" algn="ctr" rotWithShape="0">
              <a:srgbClr val="000000">
                <a:alpha val="11926"/>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8" name="TextBox 7">
            <a:extLst>
              <a:ext uri="{FF2B5EF4-FFF2-40B4-BE49-F238E27FC236}">
                <a16:creationId xmlns:a16="http://schemas.microsoft.com/office/drawing/2014/main" id="{9F606EA4-2925-C34B-B70A-88B026E659A6}"/>
              </a:ext>
            </a:extLst>
          </p:cNvPr>
          <p:cNvSpPr txBox="1"/>
          <p:nvPr/>
        </p:nvSpPr>
        <p:spPr>
          <a:xfrm>
            <a:off x="1104900" y="1617523"/>
            <a:ext cx="4229100" cy="1261884"/>
          </a:xfrm>
          <a:prstGeom prst="rect">
            <a:avLst/>
          </a:prstGeom>
          <a:noFill/>
        </p:spPr>
        <p:txBody>
          <a:bodyPr wrap="square" rtlCol="0">
            <a:spAutoFit/>
          </a:bodyPr>
          <a:lstStyle/>
          <a:p>
            <a:r>
              <a:rPr lang="en-US" sz="1400" dirty="0"/>
              <a:t>MathWorks Brand Colors</a:t>
            </a:r>
          </a:p>
          <a:p>
            <a:endParaRPr lang="en-US" sz="1400" dirty="0"/>
          </a:p>
          <a:p>
            <a:r>
              <a:rPr lang="en-US" sz="1200" dirty="0"/>
              <a:t>The corporate colors are included in the Theme Colors of this PowerPoint file; the primary brand colors and HEX values are shown below. For more colors such as utility and neutral colors, visit the brand guide </a:t>
            </a:r>
            <a:r>
              <a:rPr lang="en-US" sz="1200" dirty="0">
                <a:hlinkClick r:id="rId2"/>
              </a:rPr>
              <a:t>Color Palette</a:t>
            </a:r>
            <a:r>
              <a:rPr lang="en-US" sz="1200" dirty="0"/>
              <a:t>.</a:t>
            </a:r>
          </a:p>
        </p:txBody>
      </p:sp>
      <p:sp>
        <p:nvSpPr>
          <p:cNvPr id="17" name="TextBox 16">
            <a:extLst>
              <a:ext uri="{FF2B5EF4-FFF2-40B4-BE49-F238E27FC236}">
                <a16:creationId xmlns:a16="http://schemas.microsoft.com/office/drawing/2014/main" id="{50133C99-2743-4046-BE63-451C3FE7C38E}"/>
              </a:ext>
            </a:extLst>
          </p:cNvPr>
          <p:cNvSpPr txBox="1"/>
          <p:nvPr/>
        </p:nvSpPr>
        <p:spPr>
          <a:xfrm>
            <a:off x="6846794" y="1617523"/>
            <a:ext cx="4229100" cy="1261884"/>
          </a:xfrm>
          <a:prstGeom prst="rect">
            <a:avLst/>
          </a:prstGeom>
          <a:noFill/>
        </p:spPr>
        <p:txBody>
          <a:bodyPr wrap="square" rtlCol="0">
            <a:spAutoFit/>
          </a:bodyPr>
          <a:lstStyle/>
          <a:p>
            <a:r>
              <a:rPr lang="en-US" sz="1400" dirty="0"/>
              <a:t>MATLAB Code Colors</a:t>
            </a:r>
          </a:p>
          <a:p>
            <a:endParaRPr lang="en-US" sz="1400" dirty="0"/>
          </a:p>
          <a:p>
            <a:r>
              <a:rPr lang="en-US" sz="1200" dirty="0"/>
              <a:t>Below are the color values for MATLAB code. They are not included in this file’s default Color Themes due to limited colors, but you can either enter the values below or use the Eyedropper or Format Painter to copy and apply them.</a:t>
            </a:r>
          </a:p>
        </p:txBody>
      </p:sp>
      <p:sp>
        <p:nvSpPr>
          <p:cNvPr id="26" name="TextBox 25">
            <a:extLst>
              <a:ext uri="{FF2B5EF4-FFF2-40B4-BE49-F238E27FC236}">
                <a16:creationId xmlns:a16="http://schemas.microsoft.com/office/drawing/2014/main" id="{1C09D93C-FBA1-1143-A591-74B516D75329}"/>
              </a:ext>
            </a:extLst>
          </p:cNvPr>
          <p:cNvSpPr txBox="1"/>
          <p:nvPr/>
        </p:nvSpPr>
        <p:spPr>
          <a:xfrm>
            <a:off x="1136848" y="3234214"/>
            <a:ext cx="4229100" cy="230832"/>
          </a:xfrm>
          <a:prstGeom prst="rect">
            <a:avLst/>
          </a:prstGeom>
          <a:noFill/>
        </p:spPr>
        <p:txBody>
          <a:bodyPr wrap="square" rtlCol="0">
            <a:spAutoFit/>
          </a:bodyPr>
          <a:lstStyle/>
          <a:p>
            <a:r>
              <a:rPr lang="en-US" sz="900" dirty="0">
                <a:solidFill>
                  <a:schemeClr val="bg1">
                    <a:lumMod val="50000"/>
                  </a:schemeClr>
                </a:solidFill>
              </a:rPr>
              <a:t>PRIMARY COLORS</a:t>
            </a:r>
          </a:p>
        </p:txBody>
      </p:sp>
      <p:sp>
        <p:nvSpPr>
          <p:cNvPr id="28" name="TextBox 27">
            <a:extLst>
              <a:ext uri="{FF2B5EF4-FFF2-40B4-BE49-F238E27FC236}">
                <a16:creationId xmlns:a16="http://schemas.microsoft.com/office/drawing/2014/main" id="{54491F01-15E2-0E4B-8D77-0FED474D8323}"/>
              </a:ext>
            </a:extLst>
          </p:cNvPr>
          <p:cNvSpPr txBox="1"/>
          <p:nvPr/>
        </p:nvSpPr>
        <p:spPr>
          <a:xfrm>
            <a:off x="2176978" y="3698516"/>
            <a:ext cx="609600" cy="338554"/>
          </a:xfrm>
          <a:prstGeom prst="rect">
            <a:avLst/>
          </a:prstGeom>
          <a:noFill/>
        </p:spPr>
        <p:txBody>
          <a:bodyPr wrap="square" rtlCol="0">
            <a:spAutoFit/>
          </a:bodyPr>
          <a:lstStyle/>
          <a:p>
            <a:r>
              <a:rPr lang="en-US" sz="800" dirty="0"/>
              <a:t>HEX: 0076A8 </a:t>
            </a:r>
          </a:p>
        </p:txBody>
      </p:sp>
      <p:sp>
        <p:nvSpPr>
          <p:cNvPr id="37" name="TextBox 36">
            <a:extLst>
              <a:ext uri="{FF2B5EF4-FFF2-40B4-BE49-F238E27FC236}">
                <a16:creationId xmlns:a16="http://schemas.microsoft.com/office/drawing/2014/main" id="{31082FC5-8129-9940-95E1-6D9207197D3F}"/>
              </a:ext>
            </a:extLst>
          </p:cNvPr>
          <p:cNvSpPr txBox="1"/>
          <p:nvPr/>
        </p:nvSpPr>
        <p:spPr>
          <a:xfrm>
            <a:off x="2176978" y="4930754"/>
            <a:ext cx="609600" cy="338554"/>
          </a:xfrm>
          <a:prstGeom prst="rect">
            <a:avLst/>
          </a:prstGeom>
          <a:noFill/>
        </p:spPr>
        <p:txBody>
          <a:bodyPr wrap="square" rtlCol="0">
            <a:spAutoFit/>
          </a:bodyPr>
          <a:lstStyle/>
          <a:p>
            <a:r>
              <a:rPr lang="en-US" sz="800" dirty="0"/>
              <a:t>HEX: 004B87 </a:t>
            </a:r>
          </a:p>
        </p:txBody>
      </p:sp>
      <p:sp>
        <p:nvSpPr>
          <p:cNvPr id="52" name="TextBox 51">
            <a:extLst>
              <a:ext uri="{FF2B5EF4-FFF2-40B4-BE49-F238E27FC236}">
                <a16:creationId xmlns:a16="http://schemas.microsoft.com/office/drawing/2014/main" id="{BE5B1D99-C228-9F42-B364-A050512E0C9B}"/>
              </a:ext>
            </a:extLst>
          </p:cNvPr>
          <p:cNvSpPr txBox="1"/>
          <p:nvPr/>
        </p:nvSpPr>
        <p:spPr>
          <a:xfrm>
            <a:off x="1136848" y="4455646"/>
            <a:ext cx="4229100" cy="230832"/>
          </a:xfrm>
          <a:prstGeom prst="rect">
            <a:avLst/>
          </a:prstGeom>
          <a:noFill/>
        </p:spPr>
        <p:txBody>
          <a:bodyPr wrap="square" rtlCol="0">
            <a:spAutoFit/>
          </a:bodyPr>
          <a:lstStyle/>
          <a:p>
            <a:r>
              <a:rPr lang="en-US" sz="900" dirty="0">
                <a:solidFill>
                  <a:schemeClr val="bg1">
                    <a:lumMod val="50000"/>
                  </a:schemeClr>
                </a:solidFill>
              </a:rPr>
              <a:t>SECONDARY COLOR</a:t>
            </a:r>
          </a:p>
        </p:txBody>
      </p:sp>
      <p:sp>
        <p:nvSpPr>
          <p:cNvPr id="53" name="Rectangle 52">
            <a:extLst>
              <a:ext uri="{FF2B5EF4-FFF2-40B4-BE49-F238E27FC236}">
                <a16:creationId xmlns:a16="http://schemas.microsoft.com/office/drawing/2014/main" id="{282550FA-5001-DE49-ABE9-D1805F8DDAA1}"/>
              </a:ext>
            </a:extLst>
          </p:cNvPr>
          <p:cNvSpPr/>
          <p:nvPr/>
        </p:nvSpPr>
        <p:spPr>
          <a:xfrm>
            <a:off x="1251148" y="3631927"/>
            <a:ext cx="925830" cy="4717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54" name="TextBox 53">
            <a:extLst>
              <a:ext uri="{FF2B5EF4-FFF2-40B4-BE49-F238E27FC236}">
                <a16:creationId xmlns:a16="http://schemas.microsoft.com/office/drawing/2014/main" id="{57643F33-9556-1049-B291-2390269F715E}"/>
              </a:ext>
            </a:extLst>
          </p:cNvPr>
          <p:cNvSpPr txBox="1"/>
          <p:nvPr/>
        </p:nvSpPr>
        <p:spPr>
          <a:xfrm>
            <a:off x="4005778" y="3698516"/>
            <a:ext cx="609600" cy="338554"/>
          </a:xfrm>
          <a:prstGeom prst="rect">
            <a:avLst/>
          </a:prstGeom>
          <a:noFill/>
        </p:spPr>
        <p:txBody>
          <a:bodyPr wrap="square" rtlCol="0">
            <a:spAutoFit/>
          </a:bodyPr>
          <a:lstStyle/>
          <a:p>
            <a:r>
              <a:rPr lang="en-US" sz="800" dirty="0"/>
              <a:t>HEX: D78825</a:t>
            </a:r>
          </a:p>
        </p:txBody>
      </p:sp>
      <p:sp>
        <p:nvSpPr>
          <p:cNvPr id="55" name="Rectangle 54">
            <a:extLst>
              <a:ext uri="{FF2B5EF4-FFF2-40B4-BE49-F238E27FC236}">
                <a16:creationId xmlns:a16="http://schemas.microsoft.com/office/drawing/2014/main" id="{DC6A5287-41EA-5C4F-AD82-8E2F83D05026}"/>
              </a:ext>
            </a:extLst>
          </p:cNvPr>
          <p:cNvSpPr/>
          <p:nvPr/>
        </p:nvSpPr>
        <p:spPr>
          <a:xfrm>
            <a:off x="3079948" y="3631927"/>
            <a:ext cx="925830" cy="4717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56" name="Rectangle 55">
            <a:extLst>
              <a:ext uri="{FF2B5EF4-FFF2-40B4-BE49-F238E27FC236}">
                <a16:creationId xmlns:a16="http://schemas.microsoft.com/office/drawing/2014/main" id="{A529BF4F-24C9-3A4B-87DD-BD08704BA852}"/>
              </a:ext>
            </a:extLst>
          </p:cNvPr>
          <p:cNvSpPr/>
          <p:nvPr/>
        </p:nvSpPr>
        <p:spPr>
          <a:xfrm>
            <a:off x="1251148" y="4851127"/>
            <a:ext cx="925830" cy="4717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57" name="TextBox 56">
            <a:extLst>
              <a:ext uri="{FF2B5EF4-FFF2-40B4-BE49-F238E27FC236}">
                <a16:creationId xmlns:a16="http://schemas.microsoft.com/office/drawing/2014/main" id="{D4BEBEE2-2588-A14E-B5F5-B574CE72FE59}"/>
              </a:ext>
            </a:extLst>
          </p:cNvPr>
          <p:cNvSpPr txBox="1"/>
          <p:nvPr/>
        </p:nvSpPr>
        <p:spPr>
          <a:xfrm>
            <a:off x="7869194" y="3262068"/>
            <a:ext cx="1046206" cy="461665"/>
          </a:xfrm>
          <a:prstGeom prst="rect">
            <a:avLst/>
          </a:prstGeom>
          <a:noFill/>
        </p:spPr>
        <p:txBody>
          <a:bodyPr wrap="square" rtlCol="0">
            <a:spAutoFit/>
          </a:bodyPr>
          <a:lstStyle/>
          <a:p>
            <a:r>
              <a:rPr lang="en-US" sz="800" b="1" dirty="0"/>
              <a:t>REGULAR CODE</a:t>
            </a:r>
          </a:p>
          <a:p>
            <a:r>
              <a:rPr lang="en-US" sz="800" dirty="0"/>
              <a:t>HEX: 000000</a:t>
            </a:r>
          </a:p>
          <a:p>
            <a:r>
              <a:rPr lang="en-US" sz="800" dirty="0"/>
              <a:t>RGB: 0, 0, 0</a:t>
            </a:r>
          </a:p>
        </p:txBody>
      </p:sp>
      <p:sp>
        <p:nvSpPr>
          <p:cNvPr id="58" name="Rectangle 57">
            <a:extLst>
              <a:ext uri="{FF2B5EF4-FFF2-40B4-BE49-F238E27FC236}">
                <a16:creationId xmlns:a16="http://schemas.microsoft.com/office/drawing/2014/main" id="{FCC82809-D723-6E48-BD8A-D1BD005764A3}"/>
              </a:ext>
            </a:extLst>
          </p:cNvPr>
          <p:cNvSpPr/>
          <p:nvPr/>
        </p:nvSpPr>
        <p:spPr>
          <a:xfrm>
            <a:off x="6943364" y="3262068"/>
            <a:ext cx="925830" cy="4717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59" name="TextBox 58">
            <a:extLst>
              <a:ext uri="{FF2B5EF4-FFF2-40B4-BE49-F238E27FC236}">
                <a16:creationId xmlns:a16="http://schemas.microsoft.com/office/drawing/2014/main" id="{578A4C8A-65C7-EB43-B0DD-EB37AD2806FC}"/>
              </a:ext>
            </a:extLst>
          </p:cNvPr>
          <p:cNvSpPr txBox="1"/>
          <p:nvPr/>
        </p:nvSpPr>
        <p:spPr>
          <a:xfrm>
            <a:off x="9978080" y="3262068"/>
            <a:ext cx="1046206" cy="461665"/>
          </a:xfrm>
          <a:prstGeom prst="rect">
            <a:avLst/>
          </a:prstGeom>
          <a:noFill/>
        </p:spPr>
        <p:txBody>
          <a:bodyPr wrap="square" rtlCol="0">
            <a:spAutoFit/>
          </a:bodyPr>
          <a:lstStyle/>
          <a:p>
            <a:r>
              <a:rPr lang="en-US" sz="800" b="1" dirty="0"/>
              <a:t>KEYWORD</a:t>
            </a:r>
          </a:p>
          <a:p>
            <a:r>
              <a:rPr lang="en-US" sz="800" dirty="0"/>
              <a:t>HEX: 0000ff</a:t>
            </a:r>
          </a:p>
          <a:p>
            <a:r>
              <a:rPr lang="en-US" sz="800" dirty="0"/>
              <a:t>RGB: 0, 0, 255</a:t>
            </a:r>
          </a:p>
        </p:txBody>
      </p:sp>
      <p:sp>
        <p:nvSpPr>
          <p:cNvPr id="60" name="Rectangle 59">
            <a:extLst>
              <a:ext uri="{FF2B5EF4-FFF2-40B4-BE49-F238E27FC236}">
                <a16:creationId xmlns:a16="http://schemas.microsoft.com/office/drawing/2014/main" id="{2A89BF44-E5E5-B64D-9957-80A83A05EF0B}"/>
              </a:ext>
            </a:extLst>
          </p:cNvPr>
          <p:cNvSpPr/>
          <p:nvPr/>
        </p:nvSpPr>
        <p:spPr>
          <a:xfrm>
            <a:off x="9052250" y="3262068"/>
            <a:ext cx="925830" cy="471732"/>
          </a:xfrm>
          <a:prstGeom prst="rec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61" name="TextBox 60">
            <a:extLst>
              <a:ext uri="{FF2B5EF4-FFF2-40B4-BE49-F238E27FC236}">
                <a16:creationId xmlns:a16="http://schemas.microsoft.com/office/drawing/2014/main" id="{871459CD-7001-B049-88A0-18D98685C7E1}"/>
              </a:ext>
            </a:extLst>
          </p:cNvPr>
          <p:cNvSpPr txBox="1"/>
          <p:nvPr/>
        </p:nvSpPr>
        <p:spPr>
          <a:xfrm>
            <a:off x="7869194" y="4011711"/>
            <a:ext cx="1046206" cy="461665"/>
          </a:xfrm>
          <a:prstGeom prst="rect">
            <a:avLst/>
          </a:prstGeom>
          <a:noFill/>
        </p:spPr>
        <p:txBody>
          <a:bodyPr wrap="square" rtlCol="0">
            <a:spAutoFit/>
          </a:bodyPr>
          <a:lstStyle/>
          <a:p>
            <a:r>
              <a:rPr lang="en-US" sz="800" b="1" dirty="0"/>
              <a:t>STRING</a:t>
            </a:r>
          </a:p>
          <a:p>
            <a:r>
              <a:rPr lang="en-US" sz="800" dirty="0"/>
              <a:t>HEX: A020F6</a:t>
            </a:r>
          </a:p>
          <a:p>
            <a:r>
              <a:rPr lang="en-US" sz="800" dirty="0"/>
              <a:t>RGB: 160, 32, 240</a:t>
            </a:r>
          </a:p>
        </p:txBody>
      </p:sp>
      <p:sp>
        <p:nvSpPr>
          <p:cNvPr id="62" name="Rectangle 61">
            <a:extLst>
              <a:ext uri="{FF2B5EF4-FFF2-40B4-BE49-F238E27FC236}">
                <a16:creationId xmlns:a16="http://schemas.microsoft.com/office/drawing/2014/main" id="{81E9CC31-D685-0B46-B9F3-864D40FB0AFC}"/>
              </a:ext>
            </a:extLst>
          </p:cNvPr>
          <p:cNvSpPr/>
          <p:nvPr/>
        </p:nvSpPr>
        <p:spPr>
          <a:xfrm>
            <a:off x="6943364" y="4011711"/>
            <a:ext cx="925830" cy="471732"/>
          </a:xfrm>
          <a:prstGeom prst="rect">
            <a:avLst/>
          </a:prstGeom>
          <a:solidFill>
            <a:srgbClr val="A02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63" name="TextBox 62">
            <a:extLst>
              <a:ext uri="{FF2B5EF4-FFF2-40B4-BE49-F238E27FC236}">
                <a16:creationId xmlns:a16="http://schemas.microsoft.com/office/drawing/2014/main" id="{BCD1021C-BF5A-C04E-B457-EFA23A3FB20C}"/>
              </a:ext>
            </a:extLst>
          </p:cNvPr>
          <p:cNvSpPr txBox="1"/>
          <p:nvPr/>
        </p:nvSpPr>
        <p:spPr>
          <a:xfrm>
            <a:off x="9978080" y="4011711"/>
            <a:ext cx="1046206" cy="461665"/>
          </a:xfrm>
          <a:prstGeom prst="rect">
            <a:avLst/>
          </a:prstGeom>
          <a:noFill/>
        </p:spPr>
        <p:txBody>
          <a:bodyPr wrap="square" rtlCol="0">
            <a:spAutoFit/>
          </a:bodyPr>
          <a:lstStyle/>
          <a:p>
            <a:r>
              <a:rPr lang="en-US" sz="800" b="1" dirty="0"/>
              <a:t>COMMENT</a:t>
            </a:r>
          </a:p>
          <a:p>
            <a:r>
              <a:rPr lang="en-US" sz="800" dirty="0"/>
              <a:t>HEX: 228B22</a:t>
            </a:r>
          </a:p>
          <a:p>
            <a:r>
              <a:rPr lang="en-US" sz="800" dirty="0"/>
              <a:t>RGB: 34, 139, 34</a:t>
            </a:r>
          </a:p>
        </p:txBody>
      </p:sp>
      <p:sp>
        <p:nvSpPr>
          <p:cNvPr id="64" name="Rectangle 63">
            <a:extLst>
              <a:ext uri="{FF2B5EF4-FFF2-40B4-BE49-F238E27FC236}">
                <a16:creationId xmlns:a16="http://schemas.microsoft.com/office/drawing/2014/main" id="{B3428CA9-19CE-B24E-8DC4-832E123BD518}"/>
              </a:ext>
            </a:extLst>
          </p:cNvPr>
          <p:cNvSpPr/>
          <p:nvPr/>
        </p:nvSpPr>
        <p:spPr>
          <a:xfrm>
            <a:off x="9052250" y="4011711"/>
            <a:ext cx="925830" cy="471732"/>
          </a:xfrm>
          <a:prstGeom prst="rect">
            <a:avLst/>
          </a:prstGeom>
          <a:solidFill>
            <a:srgbClr val="228B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65" name="TextBox 64">
            <a:extLst>
              <a:ext uri="{FF2B5EF4-FFF2-40B4-BE49-F238E27FC236}">
                <a16:creationId xmlns:a16="http://schemas.microsoft.com/office/drawing/2014/main" id="{4A6065BA-D40D-F04D-B128-3EA3DCBE264C}"/>
              </a:ext>
            </a:extLst>
          </p:cNvPr>
          <p:cNvSpPr txBox="1"/>
          <p:nvPr/>
        </p:nvSpPr>
        <p:spPr>
          <a:xfrm>
            <a:off x="7869194" y="4769822"/>
            <a:ext cx="1046206" cy="461665"/>
          </a:xfrm>
          <a:prstGeom prst="rect">
            <a:avLst/>
          </a:prstGeom>
          <a:noFill/>
        </p:spPr>
        <p:txBody>
          <a:bodyPr wrap="square" rtlCol="0">
            <a:spAutoFit/>
          </a:bodyPr>
          <a:lstStyle/>
          <a:p>
            <a:r>
              <a:rPr lang="en-US" sz="800" b="1" dirty="0"/>
              <a:t>WARNING</a:t>
            </a:r>
          </a:p>
          <a:p>
            <a:r>
              <a:rPr lang="en-US" sz="800" dirty="0"/>
              <a:t>HEX: FF6400</a:t>
            </a:r>
          </a:p>
          <a:p>
            <a:r>
              <a:rPr lang="en-US" sz="800" dirty="0"/>
              <a:t>RGB: 255, 100, 0</a:t>
            </a:r>
          </a:p>
        </p:txBody>
      </p:sp>
      <p:sp>
        <p:nvSpPr>
          <p:cNvPr id="66" name="Rectangle 65">
            <a:extLst>
              <a:ext uri="{FF2B5EF4-FFF2-40B4-BE49-F238E27FC236}">
                <a16:creationId xmlns:a16="http://schemas.microsoft.com/office/drawing/2014/main" id="{23EAA499-7C10-3348-A2B4-8952EF72EA27}"/>
              </a:ext>
            </a:extLst>
          </p:cNvPr>
          <p:cNvSpPr/>
          <p:nvPr/>
        </p:nvSpPr>
        <p:spPr>
          <a:xfrm>
            <a:off x="6943364" y="4769822"/>
            <a:ext cx="925830" cy="471732"/>
          </a:xfrm>
          <a:prstGeom prst="rect">
            <a:avLst/>
          </a:prstGeom>
          <a:solidFill>
            <a:srgbClr val="FF6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67" name="TextBox 66">
            <a:extLst>
              <a:ext uri="{FF2B5EF4-FFF2-40B4-BE49-F238E27FC236}">
                <a16:creationId xmlns:a16="http://schemas.microsoft.com/office/drawing/2014/main" id="{6B77BD44-FAA8-9344-864C-32FBC68ABB62}"/>
              </a:ext>
            </a:extLst>
          </p:cNvPr>
          <p:cNvSpPr txBox="1"/>
          <p:nvPr/>
        </p:nvSpPr>
        <p:spPr>
          <a:xfrm>
            <a:off x="9978080" y="4769822"/>
            <a:ext cx="1046206" cy="461665"/>
          </a:xfrm>
          <a:prstGeom prst="rect">
            <a:avLst/>
          </a:prstGeom>
          <a:noFill/>
        </p:spPr>
        <p:txBody>
          <a:bodyPr wrap="square" rtlCol="0">
            <a:spAutoFit/>
          </a:bodyPr>
          <a:lstStyle/>
          <a:p>
            <a:r>
              <a:rPr lang="en-US" sz="800" b="1" dirty="0"/>
              <a:t>ERROR</a:t>
            </a:r>
          </a:p>
          <a:p>
            <a:r>
              <a:rPr lang="en-US" sz="800" dirty="0"/>
              <a:t>HEX: FF0000</a:t>
            </a:r>
          </a:p>
          <a:p>
            <a:r>
              <a:rPr lang="en-US" sz="800" dirty="0"/>
              <a:t>RGB: 255, 0, 0</a:t>
            </a:r>
          </a:p>
        </p:txBody>
      </p:sp>
      <p:sp>
        <p:nvSpPr>
          <p:cNvPr id="68" name="Rectangle 67">
            <a:extLst>
              <a:ext uri="{FF2B5EF4-FFF2-40B4-BE49-F238E27FC236}">
                <a16:creationId xmlns:a16="http://schemas.microsoft.com/office/drawing/2014/main" id="{7DF77952-8C28-BC4F-B04D-CAB0533EEB77}"/>
              </a:ext>
            </a:extLst>
          </p:cNvPr>
          <p:cNvSpPr/>
          <p:nvPr/>
        </p:nvSpPr>
        <p:spPr>
          <a:xfrm>
            <a:off x="9052250" y="4769822"/>
            <a:ext cx="925830" cy="47173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Tree>
    <p:extLst>
      <p:ext uri="{BB962C8B-B14F-4D97-AF65-F5344CB8AC3E}">
        <p14:creationId xmlns:p14="http://schemas.microsoft.com/office/powerpoint/2010/main" val="1059344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A04FBEE9-7F50-47F9-13E5-B5C44F248ED3}"/>
              </a:ext>
            </a:extLst>
          </p:cNvPr>
          <p:cNvGraphicFramePr>
            <a:graphicFrameLocks noGrp="1"/>
          </p:cNvGraphicFramePr>
          <p:nvPr>
            <p:ph idx="1"/>
            <p:extLst>
              <p:ext uri="{D42A27DB-BD31-4B8C-83A1-F6EECF244321}">
                <p14:modId xmlns:p14="http://schemas.microsoft.com/office/powerpoint/2010/main" val="1827935590"/>
              </p:ext>
            </p:extLst>
          </p:nvPr>
        </p:nvGraphicFramePr>
        <p:xfrm>
          <a:off x="609600" y="4724400"/>
          <a:ext cx="10769600" cy="152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3" name="Group 2">
            <a:extLst>
              <a:ext uri="{FF2B5EF4-FFF2-40B4-BE49-F238E27FC236}">
                <a16:creationId xmlns:a16="http://schemas.microsoft.com/office/drawing/2014/main" id="{8765B84D-DF34-4D36-0820-8CAAF2CC9941}"/>
              </a:ext>
            </a:extLst>
          </p:cNvPr>
          <p:cNvGrpSpPr/>
          <p:nvPr/>
        </p:nvGrpSpPr>
        <p:grpSpPr>
          <a:xfrm>
            <a:off x="4925963" y="2960985"/>
            <a:ext cx="2340074" cy="936029"/>
            <a:chOff x="2629" y="293985"/>
            <a:chExt cx="2340074" cy="936029"/>
          </a:xfrm>
        </p:grpSpPr>
        <p:sp>
          <p:nvSpPr>
            <p:cNvPr id="4" name="Arrow: Chevron 3">
              <a:extLst>
                <a:ext uri="{FF2B5EF4-FFF2-40B4-BE49-F238E27FC236}">
                  <a16:creationId xmlns:a16="http://schemas.microsoft.com/office/drawing/2014/main" id="{F2A88D3A-06AE-1826-38AA-5D4F1B1D2DE4}"/>
                </a:ext>
              </a:extLst>
            </p:cNvPr>
            <p:cNvSpPr/>
            <p:nvPr/>
          </p:nvSpPr>
          <p:spPr>
            <a:xfrm>
              <a:off x="2629" y="293985"/>
              <a:ext cx="2340074" cy="936029"/>
            </a:xfrm>
            <a:prstGeom prst="chevron">
              <a:avLst/>
            </a:prstGeom>
            <a:solidFill>
              <a:schemeClr val="tx2"/>
            </a:solidFill>
            <a:ln>
              <a:solidFill>
                <a:schemeClr val="tx2"/>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5" name="Arrow: Chevron 4">
              <a:extLst>
                <a:ext uri="{FF2B5EF4-FFF2-40B4-BE49-F238E27FC236}">
                  <a16:creationId xmlns:a16="http://schemas.microsoft.com/office/drawing/2014/main" id="{5AB356DA-506B-902A-C493-0AEA30EFDC79}"/>
                </a:ext>
              </a:extLst>
            </p:cNvPr>
            <p:cNvSpPr txBox="1"/>
            <p:nvPr/>
          </p:nvSpPr>
          <p:spPr>
            <a:xfrm>
              <a:off x="470644" y="293985"/>
              <a:ext cx="1404045" cy="9360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b="1" kern="1200" dirty="0"/>
                <a:t>ACCESS &amp; PREPROCESS</a:t>
              </a:r>
            </a:p>
          </p:txBody>
        </p:sp>
      </p:grpSp>
      <p:grpSp>
        <p:nvGrpSpPr>
          <p:cNvPr id="6" name="Group 5">
            <a:extLst>
              <a:ext uri="{FF2B5EF4-FFF2-40B4-BE49-F238E27FC236}">
                <a16:creationId xmlns:a16="http://schemas.microsoft.com/office/drawing/2014/main" id="{AE81523C-E524-C824-C9DB-250A53FFE157}"/>
              </a:ext>
            </a:extLst>
          </p:cNvPr>
          <p:cNvGrpSpPr/>
          <p:nvPr/>
        </p:nvGrpSpPr>
        <p:grpSpPr>
          <a:xfrm>
            <a:off x="685800" y="2058536"/>
            <a:ext cx="2340074" cy="936029"/>
            <a:chOff x="2108696" y="293985"/>
            <a:chExt cx="2340074" cy="936029"/>
          </a:xfrm>
        </p:grpSpPr>
        <p:sp>
          <p:nvSpPr>
            <p:cNvPr id="7" name="Arrow: Chevron 6">
              <a:extLst>
                <a:ext uri="{FF2B5EF4-FFF2-40B4-BE49-F238E27FC236}">
                  <a16:creationId xmlns:a16="http://schemas.microsoft.com/office/drawing/2014/main" id="{654952E8-FBAF-8FDB-B7DE-AD404895A92E}"/>
                </a:ext>
              </a:extLst>
            </p:cNvPr>
            <p:cNvSpPr/>
            <p:nvPr/>
          </p:nvSpPr>
          <p:spPr>
            <a:xfrm>
              <a:off x="2108696" y="293985"/>
              <a:ext cx="2340074" cy="936029"/>
            </a:xfrm>
            <a:prstGeom prst="chevron">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8" name="Arrow: Chevron 4">
              <a:extLst>
                <a:ext uri="{FF2B5EF4-FFF2-40B4-BE49-F238E27FC236}">
                  <a16:creationId xmlns:a16="http://schemas.microsoft.com/office/drawing/2014/main" id="{BBB72BFD-8FDD-ED4A-3BC6-B9FDFB693CAB}"/>
                </a:ext>
              </a:extLst>
            </p:cNvPr>
            <p:cNvSpPr txBox="1"/>
            <p:nvPr/>
          </p:nvSpPr>
          <p:spPr>
            <a:xfrm>
              <a:off x="2576711" y="293985"/>
              <a:ext cx="1404045" cy="9360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b="1" kern="1200" dirty="0"/>
                <a:t>DERIVE</a:t>
              </a:r>
            </a:p>
          </p:txBody>
        </p:sp>
      </p:grpSp>
      <p:grpSp>
        <p:nvGrpSpPr>
          <p:cNvPr id="9" name="Group 8">
            <a:extLst>
              <a:ext uri="{FF2B5EF4-FFF2-40B4-BE49-F238E27FC236}">
                <a16:creationId xmlns:a16="http://schemas.microsoft.com/office/drawing/2014/main" id="{222A4587-1A41-31E2-A4D4-E88AC1083653}"/>
              </a:ext>
            </a:extLst>
          </p:cNvPr>
          <p:cNvGrpSpPr/>
          <p:nvPr/>
        </p:nvGrpSpPr>
        <p:grpSpPr>
          <a:xfrm>
            <a:off x="4960834" y="1524000"/>
            <a:ext cx="2340074" cy="936029"/>
            <a:chOff x="4214762" y="293985"/>
            <a:chExt cx="2340074" cy="936029"/>
          </a:xfrm>
        </p:grpSpPr>
        <p:sp>
          <p:nvSpPr>
            <p:cNvPr id="10" name="Arrow: Chevron 9">
              <a:extLst>
                <a:ext uri="{FF2B5EF4-FFF2-40B4-BE49-F238E27FC236}">
                  <a16:creationId xmlns:a16="http://schemas.microsoft.com/office/drawing/2014/main" id="{BC755B62-BF92-D3A0-057E-970235581CAC}"/>
                </a:ext>
              </a:extLst>
            </p:cNvPr>
            <p:cNvSpPr/>
            <p:nvPr/>
          </p:nvSpPr>
          <p:spPr>
            <a:xfrm>
              <a:off x="4214762" y="293985"/>
              <a:ext cx="2340074" cy="936029"/>
            </a:xfrm>
            <a:prstGeom prst="chevron">
              <a:avLst/>
            </a:prstGeom>
            <a:solidFill>
              <a:schemeClr val="accent2"/>
            </a:solidFill>
            <a:ln>
              <a:solidFill>
                <a:schemeClr val="accent2"/>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1" name="Arrow: Chevron 4">
              <a:extLst>
                <a:ext uri="{FF2B5EF4-FFF2-40B4-BE49-F238E27FC236}">
                  <a16:creationId xmlns:a16="http://schemas.microsoft.com/office/drawing/2014/main" id="{38953042-8373-8031-6FF8-F59B6A84E35A}"/>
                </a:ext>
              </a:extLst>
            </p:cNvPr>
            <p:cNvSpPr txBox="1"/>
            <p:nvPr/>
          </p:nvSpPr>
          <p:spPr>
            <a:xfrm>
              <a:off x="4682777" y="293985"/>
              <a:ext cx="1404045" cy="9360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b="1" kern="1200" dirty="0"/>
                <a:t>TRAIN</a:t>
              </a:r>
            </a:p>
          </p:txBody>
        </p:sp>
      </p:grpSp>
      <p:grpSp>
        <p:nvGrpSpPr>
          <p:cNvPr id="12" name="Group 11">
            <a:extLst>
              <a:ext uri="{FF2B5EF4-FFF2-40B4-BE49-F238E27FC236}">
                <a16:creationId xmlns:a16="http://schemas.microsoft.com/office/drawing/2014/main" id="{84501F9F-369D-C5E2-9868-201F442DD1FC}"/>
              </a:ext>
            </a:extLst>
          </p:cNvPr>
          <p:cNvGrpSpPr/>
          <p:nvPr/>
        </p:nvGrpSpPr>
        <p:grpSpPr>
          <a:xfrm>
            <a:off x="7801211" y="1905000"/>
            <a:ext cx="2340074" cy="936029"/>
            <a:chOff x="6320829" y="293985"/>
            <a:chExt cx="2340074" cy="936029"/>
          </a:xfrm>
        </p:grpSpPr>
        <p:sp>
          <p:nvSpPr>
            <p:cNvPr id="13" name="Arrow: Chevron 12">
              <a:extLst>
                <a:ext uri="{FF2B5EF4-FFF2-40B4-BE49-F238E27FC236}">
                  <a16:creationId xmlns:a16="http://schemas.microsoft.com/office/drawing/2014/main" id="{AC961D1E-1C7A-724B-C434-707BBDA97C84}"/>
                </a:ext>
              </a:extLst>
            </p:cNvPr>
            <p:cNvSpPr/>
            <p:nvPr/>
          </p:nvSpPr>
          <p:spPr>
            <a:xfrm>
              <a:off x="6320829" y="293985"/>
              <a:ext cx="2340074" cy="936029"/>
            </a:xfrm>
            <a:prstGeom prst="chevron">
              <a:avLst/>
            </a:prstGeom>
            <a:solidFill>
              <a:schemeClr val="accent5"/>
            </a:solidFill>
            <a:ln>
              <a:solidFill>
                <a:schemeClr val="accent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4" name="Arrow: Chevron 4">
              <a:extLst>
                <a:ext uri="{FF2B5EF4-FFF2-40B4-BE49-F238E27FC236}">
                  <a16:creationId xmlns:a16="http://schemas.microsoft.com/office/drawing/2014/main" id="{188BDF49-8054-8EAB-4561-4DCDB075C87B}"/>
                </a:ext>
              </a:extLst>
            </p:cNvPr>
            <p:cNvSpPr txBox="1"/>
            <p:nvPr/>
          </p:nvSpPr>
          <p:spPr>
            <a:xfrm>
              <a:off x="6788844" y="293985"/>
              <a:ext cx="1404045" cy="9360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b="1" kern="1200" dirty="0"/>
                <a:t>ITERATE</a:t>
              </a:r>
            </a:p>
          </p:txBody>
        </p:sp>
      </p:grpSp>
      <p:grpSp>
        <p:nvGrpSpPr>
          <p:cNvPr id="15" name="Group 14">
            <a:extLst>
              <a:ext uri="{FF2B5EF4-FFF2-40B4-BE49-F238E27FC236}">
                <a16:creationId xmlns:a16="http://schemas.microsoft.com/office/drawing/2014/main" id="{A6CE3205-DC80-AC4E-1058-CF69F7EF25BF}"/>
              </a:ext>
            </a:extLst>
          </p:cNvPr>
          <p:cNvGrpSpPr/>
          <p:nvPr/>
        </p:nvGrpSpPr>
        <p:grpSpPr>
          <a:xfrm>
            <a:off x="8269226" y="3276600"/>
            <a:ext cx="2340074" cy="936029"/>
            <a:chOff x="8426896" y="293985"/>
            <a:chExt cx="2340074" cy="936029"/>
          </a:xfrm>
        </p:grpSpPr>
        <p:sp>
          <p:nvSpPr>
            <p:cNvPr id="16" name="Arrow: Chevron 15">
              <a:extLst>
                <a:ext uri="{FF2B5EF4-FFF2-40B4-BE49-F238E27FC236}">
                  <a16:creationId xmlns:a16="http://schemas.microsoft.com/office/drawing/2014/main" id="{B4D5BF62-813B-1424-9AA5-33B499FDB167}"/>
                </a:ext>
              </a:extLst>
            </p:cNvPr>
            <p:cNvSpPr/>
            <p:nvPr/>
          </p:nvSpPr>
          <p:spPr>
            <a:xfrm>
              <a:off x="8426896" y="293985"/>
              <a:ext cx="2340074" cy="936029"/>
            </a:xfrm>
            <a:prstGeom prst="chevron">
              <a:avLst/>
            </a:prstGeom>
            <a:solidFill>
              <a:schemeClr val="accent6"/>
            </a:solidFill>
            <a:ln>
              <a:solidFill>
                <a:schemeClr val="accent6"/>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7" name="Arrow: Chevron 4">
              <a:extLst>
                <a:ext uri="{FF2B5EF4-FFF2-40B4-BE49-F238E27FC236}">
                  <a16:creationId xmlns:a16="http://schemas.microsoft.com/office/drawing/2014/main" id="{618FBC68-B27B-91A9-CCD5-42180FCA8DC2}"/>
                </a:ext>
              </a:extLst>
            </p:cNvPr>
            <p:cNvSpPr txBox="1"/>
            <p:nvPr/>
          </p:nvSpPr>
          <p:spPr>
            <a:xfrm>
              <a:off x="8894911" y="293985"/>
              <a:ext cx="1404045" cy="9360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b="1" kern="1200" dirty="0"/>
                <a:t>INTEGRATE</a:t>
              </a:r>
            </a:p>
          </p:txBody>
        </p:sp>
      </p:grpSp>
    </p:spTree>
    <p:extLst>
      <p:ext uri="{BB962C8B-B14F-4D97-AF65-F5344CB8AC3E}">
        <p14:creationId xmlns:p14="http://schemas.microsoft.com/office/powerpoint/2010/main" val="2784395857"/>
      </p:ext>
    </p:extLst>
  </p:cSld>
  <p:clrMapOvr>
    <a:masterClrMapping/>
  </p:clrMapOvr>
</p:sld>
</file>

<file path=ppt/theme/theme1.xml><?xml version="1.0" encoding="utf-8"?>
<a:theme xmlns:a="http://schemas.openxmlformats.org/drawingml/2006/main" name="MW_Public_widescreen">
  <a:themeElements>
    <a:clrScheme name="MW">
      <a:dk1>
        <a:srgbClr val="000000"/>
      </a:dk1>
      <a:lt1>
        <a:srgbClr val="FFFFFF"/>
      </a:lt1>
      <a:dk2>
        <a:srgbClr val="0076A8"/>
      </a:dk2>
      <a:lt2>
        <a:srgbClr val="ECF5F8"/>
      </a:lt2>
      <a:accent1>
        <a:srgbClr val="D78824"/>
      </a:accent1>
      <a:accent2>
        <a:srgbClr val="004B87"/>
      </a:accent2>
      <a:accent3>
        <a:srgbClr val="00A9E0"/>
      </a:accent3>
      <a:accent4>
        <a:srgbClr val="F2A900"/>
      </a:accent4>
      <a:accent5>
        <a:srgbClr val="B7302C"/>
      </a:accent5>
      <a:accent6>
        <a:srgbClr val="48A23F"/>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b="1" dirty="0" smtClean="0">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5">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dirty="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mw_public.potx" id="{77614DB2-AEEA-4C6F-B978-696DC4DCAD1E}" vid="{BAA8EA8E-6A7A-48B5-92CD-28D182738C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70944c9-f5be-4b0f-89c7-00caf47c665c">
      <Terms xmlns="http://schemas.microsoft.com/office/infopath/2007/PartnerControls"/>
    </lcf76f155ced4ddcb4097134ff3c332f>
    <TaxCatchAll xmlns="19f94994-4311-4823-a682-47492cb9e3e3" xsi:nil="true"/>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23E32C3022BA344AE607CE1B766CD2B" ma:contentTypeVersion="20" ma:contentTypeDescription="Create a new document." ma:contentTypeScope="" ma:versionID="5a5fcfb9cc5c272f01249a47aa4133c0">
  <xsd:schema xmlns:xsd="http://www.w3.org/2001/XMLSchema" xmlns:xs="http://www.w3.org/2001/XMLSchema" xmlns:p="http://schemas.microsoft.com/office/2006/metadata/properties" xmlns:ns1="http://schemas.microsoft.com/sharepoint/v3" xmlns:ns2="a70944c9-f5be-4b0f-89c7-00caf47c665c" xmlns:ns3="19f94994-4311-4823-a682-47492cb9e3e3" targetNamespace="http://schemas.microsoft.com/office/2006/metadata/properties" ma:root="true" ma:fieldsID="a22a3b39221887b161ef847201591c90" ns1:_="" ns2:_="" ns3:_="">
    <xsd:import namespace="http://schemas.microsoft.com/sharepoint/v3"/>
    <xsd:import namespace="a70944c9-f5be-4b0f-89c7-00caf47c665c"/>
    <xsd:import namespace="19f94994-4311-4823-a682-47492cb9e3e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2:MediaServiceOCR" minOccurs="0"/>
                <xsd:element ref="ns2:MediaServiceEventHashCode" minOccurs="0"/>
                <xsd:element ref="ns2:MediaServiceGenerationTime" minOccurs="0"/>
                <xsd:element ref="ns2:MediaServiceAutoKeyPoints" minOccurs="0"/>
                <xsd:element ref="ns2:MediaServiceKeyPoints" minOccurs="0"/>
                <xsd:element ref="ns2:MediaLengthInSeconds" minOccurs="0"/>
                <xsd:element ref="ns3:SharedWithUsers" minOccurs="0"/>
                <xsd:element ref="ns3:SharedWithDetails" minOccurs="0"/>
                <xsd:element ref="ns3:TaxCatchAll" minOccurs="0"/>
                <xsd:element ref="ns2:lcf76f155ced4ddcb4097134ff3c332f" minOccurs="0"/>
                <xsd:element ref="ns1:_ip_UnifiedCompliancePolicyProperties" minOccurs="0"/>
                <xsd:element ref="ns1:_ip_UnifiedCompliancePolicyUIAction"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xsd:simpleType>
        <xsd:restriction base="dms:Note"/>
      </xsd:simpleType>
    </xsd:element>
    <xsd:element name="_ip_UnifiedCompliancePolicyUIAction" ma:index="2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70944c9-f5be-4b0f-89c7-00caf47c665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c2fbcc8-9673-4dab-87c4-578ccfafc19c" ma:termSetId="09814cd3-568e-fe90-9814-8d621ff8fb84" ma:anchorId="fba54fb3-c3e1-fe81-a776-ca4b69148c4d" ma:open="true" ma:isKeyword="false">
      <xsd:complexType>
        <xsd:sequence>
          <xsd:element ref="pc:Terms" minOccurs="0" maxOccurs="1"/>
        </xsd:sequence>
      </xsd:complexType>
    </xsd:element>
    <xsd:element name="MediaServiceLocation" ma:index="25"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9f94994-4311-4823-a682-47492cb9e3e3"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782cf2d-0c7e-4ff1-a1db-b4d157ce0b53}" ma:internalName="TaxCatchAll" ma:showField="CatchAllData" ma:web="19f94994-4311-4823-a682-47492cb9e3e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3B851B7-D313-4E85-A1E0-5976CFE11EC3}">
  <ds:schemaRefs>
    <ds:schemaRef ds:uri="http://schemas.microsoft.com/office/2006/metadata/properties"/>
    <ds:schemaRef ds:uri="http://purl.org/dc/terms/"/>
    <ds:schemaRef ds:uri="http://purl.org/dc/elements/1.1/"/>
    <ds:schemaRef ds:uri="http://purl.org/dc/dcmitype/"/>
    <ds:schemaRef ds:uri="http://schemas.microsoft.com/office/infopath/2007/PartnerControls"/>
    <ds:schemaRef ds:uri="http://schemas.openxmlformats.org/package/2006/metadata/core-properties"/>
    <ds:schemaRef ds:uri="http://schemas.microsoft.com/office/2006/documentManagement/types"/>
    <ds:schemaRef ds:uri="19f94994-4311-4823-a682-47492cb9e3e3"/>
    <ds:schemaRef ds:uri="a70944c9-f5be-4b0f-89c7-00caf47c665c"/>
    <ds:schemaRef ds:uri="http://www.w3.org/XML/1998/namespace"/>
    <ds:schemaRef ds:uri="http://schemas.microsoft.com/sharepoint/v3"/>
  </ds:schemaRefs>
</ds:datastoreItem>
</file>

<file path=customXml/itemProps2.xml><?xml version="1.0" encoding="utf-8"?>
<ds:datastoreItem xmlns:ds="http://schemas.openxmlformats.org/officeDocument/2006/customXml" ds:itemID="{D1439A1B-61DB-461C-83F7-A0353C9BF2B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70944c9-f5be-4b0f-89c7-00caf47c665c"/>
    <ds:schemaRef ds:uri="19f94994-4311-4823-a682-47492cb9e3e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B61DF2E-245C-45DF-A9A5-EABECEA4295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blank</Template>
  <TotalTime>3291</TotalTime>
  <Words>698</Words>
  <Application>Microsoft Office PowerPoint</Application>
  <PresentationFormat>Widescreen</PresentationFormat>
  <Paragraphs>118</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Courier New</vt:lpstr>
      <vt:lpstr>Wingdings</vt:lpstr>
      <vt:lpstr>MW_Public_widescreen</vt:lpstr>
      <vt:lpstr>https://training-services-utilities.insidelabspages.mathworks.com/asset-browser/?viewUndistributable=true&amp;orderBy=assetFileName&amp;searchString=time</vt:lpstr>
      <vt:lpstr>PowerPoint Presentation</vt:lpstr>
      <vt:lpstr>Common Course Names</vt:lpstr>
      <vt:lpstr>Common Disciplines</vt:lpstr>
      <vt:lpstr>Image Resources</vt:lpstr>
      <vt:lpstr>PowerPoint Presentation</vt:lpstr>
      <vt:lpstr>PowerPoint Presentation</vt:lpstr>
      <vt:lpstr>PowerPoint Presentation</vt:lpstr>
      <vt:lpstr>Image Resources</vt:lpstr>
      <vt:lpstr>Using the Corporate Template</vt:lpstr>
      <vt:lpstr>Color Palette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Wynter Duncanson</dc:creator>
  <cp:keywords>Version 23.0</cp:keywords>
  <dc:description/>
  <cp:lastModifiedBy>Wynter Duncanson</cp:lastModifiedBy>
  <cp:revision>1</cp:revision>
  <dcterms:created xsi:type="dcterms:W3CDTF">2026-04-01T15:22:11Z</dcterms:created>
  <dcterms:modified xsi:type="dcterms:W3CDTF">2026-06-26T16:38:37Z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441712758</vt:i4>
  </property>
  <property fmtid="{D5CDD505-2E9C-101B-9397-08002B2CF9AE}" pid="3" name="_NewReviewCycle">
    <vt:lpwstr/>
  </property>
  <property fmtid="{D5CDD505-2E9C-101B-9397-08002B2CF9AE}" pid="4" name="_EmailSubject">
    <vt:lpwstr>Quick PPT question</vt:lpwstr>
  </property>
  <property fmtid="{D5CDD505-2E9C-101B-9397-08002B2CF9AE}" pid="5" name="_AuthorEmail">
    <vt:lpwstr>Julie.Cornell@mathworks.com</vt:lpwstr>
  </property>
  <property fmtid="{D5CDD505-2E9C-101B-9397-08002B2CF9AE}" pid="6" name="_AuthorEmailDisplayName">
    <vt:lpwstr>Julie Cornell</vt:lpwstr>
  </property>
  <property fmtid="{D5CDD505-2E9C-101B-9397-08002B2CF9AE}" pid="7" name="ContentTypeId">
    <vt:lpwstr>0x010100E23E32C3022BA344AE607CE1B766CD2B</vt:lpwstr>
  </property>
  <property fmtid="{D5CDD505-2E9C-101B-9397-08002B2CF9AE}" pid="8" name="Order">
    <vt:r8>47491500</vt:r8>
  </property>
  <property fmtid="{D5CDD505-2E9C-101B-9397-08002B2CF9AE}" pid="9" name="xd_Signature">
    <vt:bool>false</vt:bool>
  </property>
  <property fmtid="{D5CDD505-2E9C-101B-9397-08002B2CF9AE}" pid="10" name="xd_ProgID">
    <vt:lpwstr/>
  </property>
  <property fmtid="{D5CDD505-2E9C-101B-9397-08002B2CF9AE}" pid="11" name="ComplianceAssetId">
    <vt:lpwstr/>
  </property>
  <property fmtid="{D5CDD505-2E9C-101B-9397-08002B2CF9AE}" pid="12" name="TemplateUrl">
    <vt:lpwstr/>
  </property>
  <property fmtid="{D5CDD505-2E9C-101B-9397-08002B2CF9AE}" pid="13" name="MediaServiceImageTags">
    <vt:lpwstr/>
  </property>
</Properties>
</file>